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MemtestG80의 THREAD_ADDRESS는 cuda_memtest보다 정교합니다(스레드 인터리빙). 오늘의 하이라이트로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void, 결과는 인자 포인터를 통해 메모리에 남긴다는 점을 강조. core.cu:189.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스레드는 (blockIdx, threadIdx)로 자기 위치를 안다. cuda_memtest는 블록당 1개였지만 MemtestG80은 512개 — 이 차이가 리덕션·coalescing으로 이어짐.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스레드마다 다름, blockDim/gridDim은 모두 같음 — 이 대비가 주소 계산의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줄이 모든 write/verify 커널에 등장합니다. 각 항의 역할을 손가락으로 짚어가며 읽으세요.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coalescing은 세션 3(성능)의 복선. 여기서는 '이웃 스레드=이웃 주소'라는 직관만 각인시키면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THREAD_ADDRESS 덕에 커널 본문이 3줄. 인덱싱 복잡도를 매크로로 캡슐화하는 설계를 칭찬하세요.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비동기입니다(호스트는 곧바로 리턴). 이 성질은 세션 3·4에서 타이밍·오류와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= CPU 한 줄 → GPU가 블록을 SM에 분배 → 워프 실행 → 완료. 호스트는 비동기로 리턴한다는 점이 다음 세션들의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매핑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524,288개의 스레드가 각자 자기 메모리를 찾는 원리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deviceWriteConstant(uint* base, uint N, const uint constant);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커널        ▲ 반환형은 항상 void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&lt;&lt;&lt;1024, 512&gt;&gt;&gt;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그리드·블록·스레드의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매크로 한 줄과 메모리 병합(coalescing)의 관계를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호출하고,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deviceWriteConstant(uint* base, uint N, const uint constant)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 void  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 (예: deviceRan0p)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gpuWriteConstant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· Grid → Block → Thread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MemtestG80은 &lt;&lt;&lt;1024, 512&gt;&gt;&gt; — 블록 1024개, 블록당 스레드 512개.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839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· gridDim.x = 1024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25400">
            <a:solidFill>
              <a:srgbClr val="3FB8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1023까지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92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·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 = 0 ~ 511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T511 까지 (blockDim.x = 512)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241A16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1024 × 512 = 524,288개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전체에서 몇 번째인지'를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6712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931920" y="216712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(0 ~ 1023)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0" y="21671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931920" y="3136392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이 스레드의 번호 (0 ~ 511)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326880" y="313639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10565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blockDim.x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931920" y="410565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(= 512)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326880" y="410565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0749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gridDim.x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31920" y="5074920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(= 1024)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326880" y="507492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메모리는 결국 1차원 주소 공간이기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THREAD_ADDRESS · 모든 테스트의 심장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THREAD_ADDRESS(base, N, i)   \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 base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blockIdx.x * N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threadIdx.x 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core.cu:26 — 스레드 t가 i번째 반복에 건드릴 word 주소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37760" y="31089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영역의 시작 주소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221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N * blockDim.x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382219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블록이 담당하는 큰 구역의 시작 (블록마다 N·512 word씩 떨어짐)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354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* blockDim.x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4535424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i번째 반복의 오프셋 (한 스레드가 N개 word 담당)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2486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5248656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안에서 내 스레드의 위치 (0~511)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매핑하나 · 메모리 병합(coalescing)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반복 i에서 이웃 스레드(threadIdx.x)가 이웃한 주소를 맡습니다. 이 '인터리빙'이 성능의 열쇠입니다.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7607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+0B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5910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167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93167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213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470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470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2516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73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9773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0819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8076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+16B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49122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6379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6379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+20B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7425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4682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4682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25728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2985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22985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3108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연속된 메모리 주소 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워프(warp, 32스레드)의 접근이 하나의 메모리 트랜잭션으로 묶인다 → 대역폭 최대 활용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스레드가 큰 간격으로 흩어지면 트랜잭션이 쪼개져 느려진다 (uncoalesced)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N·blockDim.x word씩 널찍이 떨어진 구역을 담당해 전체 영역을 빈틈없이 덮는다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deviceWriteConstant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651760"/>
          </a:xfrm>
          <a:prstGeom prst="roundRect">
            <a:avLst>
              <a:gd name="adj" fmla="val 172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deviceWriteConstant(uint* base, uint N, const uint constant)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i = 0; i &lt; N; i++)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*(THREAD_ADDRESS(base, N, i)) = constant;   // 각 스레드가 자기 word들을 채움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놀랍도록 단순합니다. </a:t>
            </a:r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검사가 없는 이유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테스트 영역은 항상 2·N MiB의 배수로 할당되어 그리드에 딱 맞으므로, 범위를 벗어나는 스레드가 없습니다. 복잡함은 THREAD_ADDRESS 매크로가 모두 흡수했습니다.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core.cu:189 — N개 반복으로 스레드 하나가 여러 word를 담당합니다.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007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core.cu:185 — gpuWriteConstant (호스트 함수)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</a:t>
            </a:r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&lt;&lt;&lt;nBlocks, nThreads&gt;&gt;&gt;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(base, N, constant);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▲ 1024      ▲ 512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&lt;&lt;&lt;nBlocks, nThreads&gt;&gt;&gt;</a:t>
            </a:r>
            <a:pPr indent="0" marL="0"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삼중 꺾쇠가 실행 구성입니다. CPU 코드 한 줄이지만, 이 호출로 GPU에서 52만 개 스레드가 깨어납니다.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nBlocks·nThreads는 어디서 오나?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572000"/>
            <a:ext cx="1051560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4718304"/>
            <a:ext cx="10076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core.h:78 — memtestState 클래스의 상수 멤버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memtestState() : nBlocks(1024), nThreads(512), ... {};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흐름 · 호출에서 완료까지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&lt;&lt;&lt;&gt;&gt;&gt; 한 줄을 실행하면, 요청이 GPU로 넘어가 블록이 SM에 분배되고 워프 단위로 실행됩니다.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16242C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842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호스트(CPU) — 커널 실행 요청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331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deviceWriteConstant&lt;&lt;&lt;1024, 512&gt;&gt;&gt;(...)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69080" y="2734056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898648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0837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GPU 스케줄러 — 블록을 SM에 분배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335584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1024개 → 여러 SM에 나눠 배정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3758184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922776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0325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각 SM — 워프(32 스레드) 단위로 실행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437997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안 512 스레드가 실제 연산 수행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69080" y="4782312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4946904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056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커널 완료 — 결과는 전역 메모리에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40410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호스트는 SOFTWAIT로 완료를 기다림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2668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26680" y="3108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92640" y="1874520"/>
            <a:ext cx="1920240" cy="39776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21240" y="2057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비동기(async)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21240" y="2606040"/>
            <a:ext cx="1463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호스트는 ① 요청 후 곧바로 다음 코드로 갑니다.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필요하면 SOFTWAIT로 GPU 완료를 기다립니다.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비동기 특성은 세션 2(검증)·세션 4(타이밍)에서 자세히.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&lt;&lt;&lt;1024, 512&gt;&gt;&gt; = 블록수, 블록당 스레드수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THREAD_ADDRESS로 겹치지 않는 자기 word 계산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 = 이웃 주소 → coalescing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blockDim을 스레드마다 다르다고 착각 → 모두 같은 값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쓰기·검증 패턴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되읽어 검증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 이것이 모든 메모리 테스트의 뼈대입니다.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 →  패턴을 쓴다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gpuVerifyConstant →  되읽어 기대값과 비교한다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1(주소 매핑 실험)을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2026-08-21T21:35:27Z</dcterms:created>
  <dcterms:modified xsi:type="dcterms:W3CDTF">2026-08-21T21:35:27Z</dcterms:modified>
</cp:coreProperties>
</file>