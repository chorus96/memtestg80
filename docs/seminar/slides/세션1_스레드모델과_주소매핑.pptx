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MemtestG80의 THREAD_ADDRESS는 cuda_memtest보다 정교합니다(스레드 인터리빙). 오늘의 하이라이트로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반환형이 항상 void, 결과는 인자 포인터를 통해 메모리에 남긴다는 점을 강조. core.cu:189.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스레드는 (blockIdx, threadIdx)로 자기 위치를 안다. cuda_memtest는 블록당 1개였지만 MemtestG80은 512개 — 이 차이가 리덕션·coalescing으로 이어짐.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blockIdx/threadIdx는 스레드마다 다름, blockDim/gridDim은 모두 같음 — 이 대비가 주소 계산의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줄이 모든 write/verify 커널에 등장합니다. 각 항의 역할을 손가락으로 짚어가며 읽으세요.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coalescing은 세션 3(성능)의 복선. 여기서는 '이웃 스레드=이웃 주소'라는 직관만 각인시키면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THREAD_ADDRESS 덕에 커널 본문이 3줄. 인덱싱 복잡도를 매크로로 캡슐화하는 설계를 칭찬하세요.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커널 launch는 비동기입니다(호스트는 곧바로 리턴). 이 성질은 세션 3·4에서 타이밍·오류와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스레드 모델과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매핑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524,288개의 스레드가 각자 자기 메모리를 찾는 원리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 deviceWriteConstant(uint* base, uint N, const uint constant);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커널        ▲ 반환형은 항상 void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커널이란 무엇인가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함수가 일반 C 함수와 어떻게 다른지 설명할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구성 &lt;&lt;&lt;1024, 512&gt;&gt;&gt;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그리드·블록·스레드의 3단 계층을 이해한다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스레드는 자기 데이터를 어떻게 찾나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blockIdx·threadIdx·blockDim의 역할을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 완독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매크로 한 줄과 메모리 병합(coalescing)의 관계를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커널(kernel)이란?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</a:t>
            </a:r>
            <a:pPr indent="0" marL="0">
              <a:buNone/>
            </a:pPr>
            <a:r>
              <a:rPr lang="en-US" sz="18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GPU에서 실행되는 함수입니다. CPU(호스트)가 호출하고, GPU(디바이스)의 수많은 스레드가 </a:t>
            </a:r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</a:t>
            </a:r>
            <a:pPr indent="0" marL="0">
              <a:buNone/>
            </a:pPr>
            <a:r>
              <a:rPr lang="en-US" sz="18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실행합니다.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243230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void deviceWriteConstant(uint* base, uint N, const uint constant)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▲ 한정자        ▲ 반환형 void        ▲ 인자는 값 또는 디바이스 포인터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호출 → GPU가 실행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커널. &lt;&lt;&lt;&gt;&gt;&gt;로 부른다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__device__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GPU에서 GPU만 호출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커널이 쓰는 보조 함수 (예: deviceRan0p)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931920"/>
            <a:ext cx="3444240" cy="1874520"/>
          </a:xfrm>
          <a:prstGeom prst="roundRect">
            <a:avLst>
              <a:gd name="adj" fmla="val 3902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411480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__host__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97240" y="461772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CPU 함수 (기본값)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gpuWriteConstant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계층 · Grid → Block → Thread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실행하면 스레드가 3단 계층으로 조직됩니다. MemtestG80은 &lt;&lt;&lt;1024, 512&gt;&gt;&gt; — 블록 1024개, 블록당 스레드 512개.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3977640"/>
          </a:xfrm>
          <a:prstGeom prst="roundRect">
            <a:avLst>
              <a:gd name="adj" fmla="val 1839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9280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그리드(Grid) · gridDim.x = 1024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62072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62072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62072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01184" y="237744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25400">
            <a:solidFill>
              <a:srgbClr val="3FB8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25054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01184" y="279806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62072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62072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01184" y="338328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01184" y="3511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01184" y="380390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62072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62072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862072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01184" y="4389120"/>
            <a:ext cx="1783080" cy="822960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01184" y="4517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8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01184" y="48097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blockIdx.x=8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" y="537667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블록 1023까지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059168" y="3063240"/>
            <a:ext cx="685800" cy="0"/>
          </a:xfrm>
          <a:prstGeom prst="line">
            <a:avLst/>
          </a:prstGeom>
          <a:noFill/>
          <a:ln w="3175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7022592" y="26517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1928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46720" y="189280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블록(Block) · blockIdx.x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0" y="23317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스레드(Thread) · threadIdx.x = 0 ~ 511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09244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9244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91540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73836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3836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561320" y="2788920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61320" y="2788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09244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91540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973836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383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10561320" y="3675888"/>
            <a:ext cx="658368" cy="658368"/>
          </a:xfrm>
          <a:prstGeom prst="roundRect">
            <a:avLst>
              <a:gd name="adj" fmla="val 5556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6132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092440" y="45171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 T511 까지 (blockDim.x = 512)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818120" y="484632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241A16"/>
          </a:solidFill>
          <a:ln/>
        </p:spPr>
      </p:sp>
      <p:sp>
        <p:nvSpPr>
          <p:cNvPr id="58" name="Text 56"/>
          <p:cNvSpPr/>
          <p:nvPr/>
        </p:nvSpPr>
        <p:spPr>
          <a:xfrm>
            <a:off x="8001000" y="4919472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스레드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1024 × 512 = 524,288개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내장 변수 · 스레드의 신분증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안에서 자동으로 주어지는 값들. 이것으로 '내가 전체에서 몇 번째인지'를 계산합니다.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6712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931920" y="216712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블록의 번호 (0 ~ 1023)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326880" y="216712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다름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363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931920" y="3136392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 이 스레드의 번호 (0 ~ 511)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326880" y="313639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다름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995928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10565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blockDim.x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931920" y="4105656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블록당 스레드 수 (= 512)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9326880" y="410565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같음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965192"/>
            <a:ext cx="11064240" cy="841248"/>
          </a:xfrm>
          <a:prstGeom prst="roundRect">
            <a:avLst>
              <a:gd name="adj" fmla="val 8696"/>
            </a:avLst>
          </a:prstGeom>
          <a:solidFill>
            <a:srgbClr val="1821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07492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gridDim.x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931920" y="5074920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그리드의 블록 수 (= 1024)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326880" y="507492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같음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.x 만 씁니다 (1차원). 메모리는 결국 1차원 주소 공간이기 때문입니다.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THREAD_ADDRESS · 모든 테스트의 심장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THREAD_ADDRESS(base, N, i)   \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 base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blockIdx.x * N * blockDim.x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i * blockDim.x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threadIdx.x )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core.cu:26 — 스레드 t가 i번째 반복에 건드릴 word 주소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937760" y="31089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영역의 시작 주소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82219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blockIdx.x * N * blockDim.x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3822192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블록이 담당하는 큰 구역의 시작 (블록마다 N·512 word씩 떨어짐)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53542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* blockDim.x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4535424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안에서 i번째 반복의 오프셋 (한 스레드가 N개 word 담당)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2486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threadIdx.x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5248656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안에서 내 스레드의 위치 (0~511)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매핑하나 · 메모리 병합(coalescing)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반복 i에서 이웃 스레드(threadIdx.x)가 이웃한 주소를 맡습니다. 이 '인터리빙'이 성능의 열쇠입니다.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7607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+0B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5910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3167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93167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213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470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1470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+8B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2516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9773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9773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0819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8076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+16B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49122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6379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6379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+20B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7425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4682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4682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257282" y="2148840"/>
            <a:ext cx="1328166" cy="868680"/>
          </a:xfrm>
          <a:prstGeom prst="roundRect">
            <a:avLst>
              <a:gd name="adj" fmla="val 4211"/>
            </a:avLst>
          </a:prstGeom>
          <a:solidFill>
            <a:srgbClr val="0B1119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29850" y="2276856"/>
            <a:ext cx="1383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229850" y="2651760"/>
            <a:ext cx="13830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31089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연속된 메모리 주소 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워프(warp, 32스레드)의 접근이 하나의 메모리 트랜잭션으로 묶인다 → 대역폭 최대 활용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스레드가 큰 간격으로 흩어지면 트랜잭션이 쪼개져 느려진다 (uncoalesced)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블록은 N·blockDim.x word씩 널찍이 떨어진 구역을 담당해 전체 영역을 빈틈없이 덮는다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커널 완독 · deviceWriteConstant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2651760"/>
          </a:xfrm>
          <a:prstGeom prst="roundRect">
            <a:avLst>
              <a:gd name="adj" fmla="val 172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 void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deviceWriteConstant(uint* base, uint N, const uint constant) {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(uint i = 0; i &lt; N; i++) {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*(THREAD_ADDRESS(base, N, i)) = constant;   // 각 스레드가 자기 word들을 채움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놀랍도록 단순합니다. </a:t>
            </a:r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검사가 없는 이유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테스트 영역은 항상 2·N MiB의 배수로 할당되어 그리드에 딱 맞으므로, 범위를 벗어나는 스레드가 없습니다. 복잡함은 THREAD_ADDRESS 매크로가 모두 흡수했습니다.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core.cu:189 — N개 반복으로 스레드 하나가 여러 word를 담당합니다.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호스트가 커널을 부르는 법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007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core.cu:185 — gpuWriteConstant (호스트 함수)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deviceWriteConstant</a:t>
            </a:r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&lt;&lt;&lt;nBlocks, nThreads&gt;&gt;&gt;</a:t>
            </a:r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(base, N, constant);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▲ 1024      ▲ 512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&lt;&lt;&lt;nBlocks, nThreads&gt;&gt;&gt;</a:t>
            </a:r>
            <a:pPr indent="0" marL="0"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삼중 꺾쇠가 실행 구성입니다. CPU 코드 한 줄이지만, 이 호출로 GPU에서 52만 개 스레드가 깨어납니다.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nBlocks·nThreads는 어디서 오나?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4572000"/>
            <a:ext cx="1051560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4718304"/>
            <a:ext cx="100766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core.h:78 — memtestState 클래스의 상수 멤버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memtestState() : nBlocks(1024), nThreads(512), ... {};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= __global__, 반환형 void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&lt;&lt;&lt;1024, 512&gt;&gt;&gt; = 블록수, 블록당 스레드수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THREAD_ADDRESS로 겹치지 않는 자기 word 계산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✓"/>
            </a:pPr>
            <a:r>
              <a:rPr lang="en-US" sz="16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스레드 = 이웃 주소 → coalescing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8212E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일반 함수처럼 () 로 호출 → &lt;&lt;&lt;&gt;&gt;&gt; 필수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커널에서 값을 return 하려 함 → void, 결과는 메모리로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포인터를 커널에 그대로 전달 → 디바이스 포인터여야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blockDim을 스레드마다 다르다고 착각 → 모두 같은 값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· 메모리 모델과 쓰기·검증 패턴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값을 쓴 커널이, 다음엔 그 값을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되읽어 검증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 이것이 모든 메모리 테스트의 뼈대입니다.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gpuWriteConstant  →  패턴을 쓴다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gpuVerifyConstant →  되읽어 기대값과 비교한다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1(주소 매핑 실험)을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2026-08-21T16:28:10Z</dcterms:created>
  <dcterms:modified xsi:type="dcterms:W3CDTF">2026-08-21T16:28:10Z</dcterms:modified>
</cp:coreProperties>
</file>