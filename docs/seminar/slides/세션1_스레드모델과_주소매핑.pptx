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MemtestG80의 THREAD_ADDRESS는 cuda_memtest보다 정교합니다(스레드 인터리빙). 오늘의 하이라이트로 예고하세요.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반환형이 항상 void, 결과는 인자 포인터를 통해 메모리에 남긴다는 점을 강조. core.cu:189.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스레드는 (blockIdx, threadIdx)로 자기 위치를 안다. cuda_memtest는 블록당 1개였지만 MemtestG80은 512개 — 이 차이가 리덕션·coalescing으로 이어짐.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계층(앞 슬라이드)이 하드웨어에 매핑되는 관점. Grid→GPU, Block→SM, Warp(32)→스케줄러(SIMT), Thread→코어. 워프 개념이 다음 coalescing 슬라이드의 전제입니다.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blockIdx/threadIdx는 스레드마다 다름, blockDim/gridDim은 모두 같음 — 이 대비가 주소 계산의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줄이 모든 write/verify 커널에 등장합니다. 각 항의 역할을 손가락으로 짚어가며 읽으세요.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coalescing은 세션 3(성능)의 복선. 여기서는 '이웃 스레드=이웃 주소'라는 직관만 각인시키면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THREAD_ADDRESS 덕에 커널 본문이 3줄. 인덱싱 복잡도를 매크로로 캡슐화하는 설계를 칭찬하세요.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커널 launch는 비동기입니다(호스트는 곧바로 리턴). 이 성질은 세션 3·4에서 타이밍·오류와 함께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= CPU 한 줄 → GPU가 블록을 SM에 분배 → 워프 실행 → 완료. 호스트는 비동기로 리턴한다는 점이 다음 세션들의 복선.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목표(슬라이드 2)로 돌아가 자가 점검을 유도하세요.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스레드 모델과</a:t>
            </a:r>
            <a:endParaRPr lang="en-US" sz="4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매핑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524,288개의 스레드가 각자 자기 메모리를 찾는 원리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731520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175504"/>
            <a:ext cx="6876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deviceWriteConstant(uint* base, uint N, const uint constant);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▲ 커널        ▲ 반환형은 항상 void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실제 소스로 배우는 CUDA · 입문 과정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커널이란 무엇인가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__global__ 함수가 일반 C 함수와 어떻게 다른지 설명할 수 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구성 &lt;&lt;&lt;1024, 512&gt;&gt;&gt;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그리드·블록·스레드의 3단 계층을 이해한다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스레드는 자기 데이터를 어떻게 찾나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blockIdx·threadIdx·blockDim의 역할을 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THREAD_ADDRESS 완독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매크로 한 줄과 메모리 병합(coalescing)의 관계를 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커널(kernel)이란?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pPr indent="0" marL="0">
              <a:buNone/>
            </a:pPr>
            <a:r>
              <a:rPr lang="en-US" sz="18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GPU에서 실행되는 함수입니다. CPU(호스트)가 호출하고, GPU(디바이스)의 수많은 스레드가 </a:t>
            </a:r>
            <a:pPr indent="0" marL="0">
              <a:buNone/>
            </a:pPr>
            <a:r>
              <a:rPr lang="en-US" sz="18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pPr indent="0" marL="0">
              <a:buNone/>
            </a:pPr>
            <a:r>
              <a:rPr lang="en-US" sz="18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432304"/>
            <a:ext cx="10625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void deviceWriteConstant(uint* base, uint N, const uint constant)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▲ 한정자        ▲ 반환형 void        ▲ 인자는 값 또는 디바이스 포인터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3444240" cy="1874520"/>
          </a:xfrm>
          <a:prstGeom prst="roundRect">
            <a:avLst>
              <a:gd name="adj" fmla="val 3902"/>
            </a:avLst>
          </a:prstGeom>
          <a:solidFill>
            <a:srgbClr val="1821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1148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호출 → GPU가 실행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커널. &lt;&lt;&lt;&gt;&gt;&gt;로 부른다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8640" y="3931920"/>
            <a:ext cx="3444240" cy="1874520"/>
          </a:xfrm>
          <a:prstGeom prst="roundRect">
            <a:avLst>
              <a:gd name="adj" fmla="val 3902"/>
            </a:avLst>
          </a:prstGeom>
          <a:solidFill>
            <a:srgbClr val="18212E"/>
          </a:solidFill>
          <a:ln/>
        </p:spPr>
      </p:sp>
      <p:sp>
        <p:nvSpPr>
          <p:cNvPr id="11" name="Text 9"/>
          <p:cNvSpPr/>
          <p:nvPr/>
        </p:nvSpPr>
        <p:spPr>
          <a:xfrm>
            <a:off x="4587240" y="41148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__device__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7240" y="461772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GPU에서 GPU만 호출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쓰는 보조 함수 (예: deviceRan0p)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68640" y="3931920"/>
            <a:ext cx="3444240" cy="1874520"/>
          </a:xfrm>
          <a:prstGeom prst="roundRect">
            <a:avLst>
              <a:gd name="adj" fmla="val 3902"/>
            </a:avLst>
          </a:prstGeom>
          <a:solidFill>
            <a:srgbClr val="18212E"/>
          </a:solidFill>
          <a:ln/>
        </p:spPr>
      </p:sp>
      <p:sp>
        <p:nvSpPr>
          <p:cNvPr id="14" name="Text 12"/>
          <p:cNvSpPr/>
          <p:nvPr/>
        </p:nvSpPr>
        <p:spPr>
          <a:xfrm>
            <a:off x="8397240" y="411480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__host__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97240" y="461772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CPU 함수 (기본값)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gpuWriteConstant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계층 · Grid → Block → Thread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커널을 실행하면 스레드가 3단 계층으로 조직됩니다. MemtestG80은 &lt;&lt;&lt;1024, 512&gt;&gt;&gt; — 블록 1024개, 블록당 스레드 512개.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92240" cy="3977640"/>
          </a:xfrm>
          <a:prstGeom prst="roundRect">
            <a:avLst>
              <a:gd name="adj" fmla="val 1839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그리드(Grid) · gridDim.x = 1024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054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62072" y="23774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25054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62072" y="27980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01184" y="23774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25400">
            <a:solidFill>
              <a:srgbClr val="3FB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25054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1184" y="27980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38328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11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62072" y="338328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3511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62072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01184" y="338328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511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01184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171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8097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62072" y="438912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45171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62072" y="48097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01184" y="438912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45171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01184" y="48097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5376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블록 1023까지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59168" y="3063240"/>
            <a:ext cx="685800" cy="0"/>
          </a:xfrm>
          <a:prstGeom prst="line">
            <a:avLst/>
          </a:prstGeom>
          <a:noFill/>
          <a:ln w="3175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022592" y="2651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18120" y="1783080"/>
            <a:ext cx="3794760" cy="3977640"/>
          </a:xfrm>
          <a:prstGeom prst="roundRect">
            <a:avLst>
              <a:gd name="adj" fmla="val 1928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18928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블록(Block) · blockIdx.x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46720" y="2331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스레드(Thread) · threadIdx.x = 0 ~ 511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92440" y="278892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9244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915400" y="278892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1540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738360" y="278892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3836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561320" y="278892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6132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92440" y="3675888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9244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915400" y="3675888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1540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738360" y="3675888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3836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561320" y="3675888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6132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92440" y="4517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T511 까지 (blockDim.x = 512)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818120" y="4846320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241A16"/>
          </a:solidFill>
          <a:ln/>
        </p:spPr>
      </p:sp>
      <p:sp>
        <p:nvSpPr>
          <p:cNvPr id="58" name="Text 56"/>
          <p:cNvSpPr/>
          <p:nvPr/>
        </p:nvSpPr>
        <p:spPr>
          <a:xfrm>
            <a:off x="8001000" y="491947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스레드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 × 512 = 524,288개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모델 · 소프트웨어 → 하드웨어 매핑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 계층(왼쪽)이 실제 GPU 하드웨어(오른쪽)에 어떻게 배정되어 실행되는지를 보여줍니다.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 (논리)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(물리)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297680" cy="822960"/>
          </a:xfrm>
          <a:prstGeom prst="roundRect">
            <a:avLst>
              <a:gd name="adj" fmla="val 5556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3172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(Grid)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606040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커널 실행 전체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0" y="2240280"/>
            <a:ext cx="4754880" cy="822960"/>
          </a:xfrm>
          <a:prstGeom prst="roundRect">
            <a:avLst>
              <a:gd name="adj" fmla="val 5556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728" y="2331720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(디바이스)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67728" y="2606040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여러 SM으로 구성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19472" y="2651760"/>
            <a:ext cx="1865376" cy="0"/>
          </a:xfrm>
          <a:prstGeom prst="line">
            <a:avLst/>
          </a:prstGeom>
          <a:noFill/>
          <a:ln w="2286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4297680" cy="822960"/>
          </a:xfrm>
          <a:prstGeom prst="roundRect">
            <a:avLst>
              <a:gd name="adj" fmla="val 5556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00984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(Block)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575304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 · 최대 1024 스레드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3209544"/>
            <a:ext cx="4754880" cy="822960"/>
          </a:xfrm>
          <a:prstGeom prst="roundRect">
            <a:avLst>
              <a:gd name="adj" fmla="val 5556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3300984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 (Streaming Multiprocessor)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7728" y="3575304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블록을 배정받아 실행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19472" y="3621024"/>
            <a:ext cx="1865376" cy="0"/>
          </a:xfrm>
          <a:prstGeom prst="line">
            <a:avLst/>
          </a:prstGeom>
          <a:noFill/>
          <a:ln w="2286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4178808"/>
            <a:ext cx="4297680" cy="822960"/>
          </a:xfrm>
          <a:prstGeom prst="roundRect">
            <a:avLst>
              <a:gd name="adj" fmla="val 5556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27024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(Warp) = 32 스레드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454456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블록을 32개씩 묶음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4178808"/>
            <a:ext cx="4754880" cy="822960"/>
          </a:xfrm>
          <a:prstGeom prst="roundRect">
            <a:avLst>
              <a:gd name="adj" fmla="val 5556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4270248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 스케줄러 (SIMT)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67728" y="4544568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스레드가 같은 명령 동시 실행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19472" y="4590288"/>
            <a:ext cx="1865376" cy="0"/>
          </a:xfrm>
          <a:prstGeom prst="line">
            <a:avLst/>
          </a:prstGeom>
          <a:noFill/>
          <a:ln w="2286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5148072"/>
            <a:ext cx="4297680" cy="822960"/>
          </a:xfrm>
          <a:prstGeom prst="roundRect">
            <a:avLst>
              <a:gd name="adj" fmla="val 5556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523951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(Thread)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" y="5513832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threadIdx.x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0" y="5148072"/>
            <a:ext cx="4754880" cy="822960"/>
          </a:xfrm>
          <a:prstGeom prst="roundRect">
            <a:avLst>
              <a:gd name="adj" fmla="val 5556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523951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코어 (lane)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67728" y="5513832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 스레드의 연산 담당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5559552"/>
            <a:ext cx="1865376" cy="0"/>
          </a:xfrm>
          <a:prstGeom prst="line">
            <a:avLst/>
          </a:prstGeom>
          <a:noFill/>
          <a:ln w="2286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" y="609904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62453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MemtestG80: 블록당 512 스레드 = 16 워프.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워프의 32 스레드가 인접 주소를 읽어 메모리 병합(coalescing)이 일어납니다 (다음 슬라이드). SIMT = 한 명령을 32 스레드가 함께 실행.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변수 · 스레드의 신분증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안에서 자동으로 주어지는 값들. 이것으로 '내가 전체에서 몇 번째인지'를 계산합니다.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821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671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931920" y="216712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블록의 번호 (0 ~ 1023)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0" y="21671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스레드마다 다름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821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3639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threadIdx.x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931920" y="313639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안에서 이 스레드의 번호 (0 ~ 511)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326880" y="313639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스레드마다 다름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959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821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056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blockDim.x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931920" y="410565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블록당 스레드 수 (= 512)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326880" y="410565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같음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651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821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7492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gridDim.x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931920" y="507492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그리드의 블록 수 (= 1024)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0" y="50749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같음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저장소는 .x 만 씁니다 (1차원). 메모리는 결국 1차원 주소 공간이기 때문입니다.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THREAD_ADDRESS · 모든 테스트의 심장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09344"/>
            <a:ext cx="10625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THREAD_ADDRESS(base, N, i)   \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 base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blockIdx.x * N * blockDim.x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i * blockDim.x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threadIdx.x )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core.cu:26 — 스레드 t가 i번째 반복에 건드릴 word 주소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3108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영역의 시작 주소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22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 * N * blockDim.x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382219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블록이 담당하는 큰 구역의 시작 (블록마다 N·512 word씩 떨어짐)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5354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* blockDim.x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453542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안에서 i번째 반복의 오프셋 (한 스레드가 N개 word 담당)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2486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threadIdx.x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524865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안에서 내 스레드의 위치 (0~511)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매핑하나 · 메모리 병합(coalescing)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반복 i에서 이웃 스레드(threadIdx.x)가 이웃한 주소를 맡습니다. 이 '인터리빙'이 성능의 열쇠입니다.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76072" y="2148840"/>
            <a:ext cx="1328166" cy="868680"/>
          </a:xfrm>
          <a:prstGeom prst="roundRect">
            <a:avLst>
              <a:gd name="adj" fmla="val 4211"/>
            </a:avLst>
          </a:prstGeom>
          <a:solidFill>
            <a:srgbClr val="0B111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7685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59102" y="2148840"/>
            <a:ext cx="1328166" cy="868680"/>
          </a:xfrm>
          <a:prstGeom prst="roundRect">
            <a:avLst>
              <a:gd name="adj" fmla="val 4211"/>
            </a:avLst>
          </a:prstGeom>
          <a:solidFill>
            <a:srgbClr val="0B1119"/>
          </a:solidFill>
          <a:ln w="12700">
            <a:solidFill>
              <a:srgbClr val="3FB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1670" y="227685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31670" y="2651760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42132" y="2148840"/>
            <a:ext cx="1328166" cy="868680"/>
          </a:xfrm>
          <a:prstGeom prst="roundRect">
            <a:avLst>
              <a:gd name="adj" fmla="val 4211"/>
            </a:avLst>
          </a:prstGeom>
          <a:solidFill>
            <a:srgbClr val="0B111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4700" y="227685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4700" y="2651760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25162" y="2148840"/>
            <a:ext cx="1328166" cy="868680"/>
          </a:xfrm>
          <a:prstGeom prst="roundRect">
            <a:avLst>
              <a:gd name="adj" fmla="val 4211"/>
            </a:avLst>
          </a:prstGeom>
          <a:solidFill>
            <a:srgbClr val="0B1119"/>
          </a:solidFill>
          <a:ln w="12700">
            <a:solidFill>
              <a:srgbClr val="3FB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7730" y="227685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97730" y="2651760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08192" y="2148840"/>
            <a:ext cx="1328166" cy="868680"/>
          </a:xfrm>
          <a:prstGeom prst="roundRect">
            <a:avLst>
              <a:gd name="adj" fmla="val 4211"/>
            </a:avLst>
          </a:prstGeom>
          <a:solidFill>
            <a:srgbClr val="0B111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27685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2651760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+16B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1222" y="2148840"/>
            <a:ext cx="1328166" cy="868680"/>
          </a:xfrm>
          <a:prstGeom prst="roundRect">
            <a:avLst>
              <a:gd name="adj" fmla="val 4211"/>
            </a:avLst>
          </a:prstGeom>
          <a:solidFill>
            <a:srgbClr val="0B1119"/>
          </a:solidFill>
          <a:ln w="12700">
            <a:solidFill>
              <a:srgbClr val="3FB8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3790" y="227685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63790" y="2651760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74252" y="2148840"/>
            <a:ext cx="1328166" cy="868680"/>
          </a:xfrm>
          <a:prstGeom prst="roundRect">
            <a:avLst>
              <a:gd name="adj" fmla="val 4211"/>
            </a:avLst>
          </a:prstGeom>
          <a:solidFill>
            <a:srgbClr val="0B111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46820" y="227685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46820" y="2651760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+24B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257282" y="2148840"/>
            <a:ext cx="1328166" cy="868680"/>
          </a:xfrm>
          <a:prstGeom prst="roundRect">
            <a:avLst>
              <a:gd name="adj" fmla="val 4211"/>
            </a:avLst>
          </a:prstGeom>
          <a:solidFill>
            <a:srgbClr val="0B1119"/>
          </a:solidFill>
          <a:ln w="12700">
            <a:solidFill>
              <a:srgbClr val="3FB8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29850" y="2276856"/>
            <a:ext cx="1383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29850" y="2651760"/>
            <a:ext cx="1383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연속된 메모리 주소 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0233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워프(warp, 32스레드)의 접근이 하나의 메모리 트랜잭션으로 묶인다 → 대역폭 최대 활용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스레드가 큰 간격으로 흩어지면 트랜잭션이 쪼개져 느려진다 (uncoalesced)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블록은 N·blockDim.x word씩 널찍이 떨어진 구역을 담당해 전체 영역을 빈틈없이 덮는다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커널 완독 · deviceWriteConstant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651760"/>
          </a:xfrm>
          <a:prstGeom prst="roundRect">
            <a:avLst>
              <a:gd name="adj" fmla="val 1724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55064"/>
            <a:ext cx="1062532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deviceWriteConstant(uint* base, uint N, const uint constant) {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(uint i = 0; i &lt; N; i++) {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*(THREAD_ADDRESS(base, N, i)) = constant;   // 각 스레드가 자기 word들을 채움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놀랍도록 단순합니다.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검사가 없는 이유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테스트 영역은 항상 2·N MiB의 배수로 할당되어 그리드에 딱 맞으므로, 범위를 벗어나는 스레드가 없습니다. 복잡함은 THREAD_ADDRESS 매크로가 모두 흡수했습니다.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core.cu:189 — N개 반복으로 스레드 하나가 여러 word를 담당합니다.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커널을 부르는 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3704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00784"/>
            <a:ext cx="10625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core.cu:185 — gpuWriteConstant (호스트 함수)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deviceWriteConstant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&lt;&lt;&lt;nBlocks, nThreads&gt;&gt;&gt;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(base, N, constant);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▲ 1024      ▲ 512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&lt;&lt;&lt;nBlocks, nThreads&gt;&gt;&gt;</a:t>
            </a:r>
            <a:pPr indent="0" marL="0"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삼중 꺾쇠가 실행 구성입니다. CPU 코드 한 줄이지만, 이 호출로 GPU에서 52만 개 스레드가 깨어납니다.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nBlocks·nThreads는 어디서 오나?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1051560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4718304"/>
            <a:ext cx="10076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core.h:78 — memtestState 클래스의 상수 멤버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memtestState() : nBlocks(1024), nThreads(512), ... {};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launch 흐름 · 호출에서 완료까지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&lt;&lt;&lt;&gt;&gt;&gt; 한 줄을 실행하면, 요청이 GPU로 넘어가 블록이 SM에 분배되고 워프 단위로 실행됩니다.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040880" cy="841248"/>
          </a:xfrm>
          <a:prstGeom prst="roundRect">
            <a:avLst>
              <a:gd name="adj" fmla="val 8696"/>
            </a:avLst>
          </a:prstGeom>
          <a:solidFill>
            <a:srgbClr val="16242C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842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호스트(CPU) — 커널 실행 요청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deviceWriteConstant&lt;&lt;&lt;1024, 512&gt;&gt;&gt;(...)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734056"/>
            <a:ext cx="0" cy="146304"/>
          </a:xfrm>
          <a:prstGeom prst="line">
            <a:avLst/>
          </a:prstGeom>
          <a:noFill/>
          <a:ln w="2540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898648"/>
            <a:ext cx="7040880" cy="841248"/>
          </a:xfrm>
          <a:prstGeom prst="roundRect">
            <a:avLst>
              <a:gd name="adj" fmla="val 8696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0837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GPU 스케줄러 — 블록을 SM에 분배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33558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 1024개 → 여러 SM에 나눠 배정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3758184"/>
            <a:ext cx="0" cy="146304"/>
          </a:xfrm>
          <a:prstGeom prst="line">
            <a:avLst/>
          </a:prstGeom>
          <a:noFill/>
          <a:ln w="2540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922776"/>
            <a:ext cx="7040880" cy="841248"/>
          </a:xfrm>
          <a:prstGeom prst="roundRect">
            <a:avLst>
              <a:gd name="adj" fmla="val 8696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0325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각 SM — 워프(32 스레드) 단위로 실행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437997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 안 512 스레드가 실제 연산 수행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9080" y="4782312"/>
            <a:ext cx="0" cy="146304"/>
          </a:xfrm>
          <a:prstGeom prst="line">
            <a:avLst/>
          </a:prstGeom>
          <a:noFill/>
          <a:ln w="25400">
            <a:solidFill>
              <a:srgbClr val="6B7D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946904"/>
            <a:ext cx="7040880" cy="841248"/>
          </a:xfrm>
          <a:prstGeom prst="roundRect">
            <a:avLst>
              <a:gd name="adj" fmla="val 8696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0566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커널 완료 — 결과는 전역 메모리에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540410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호스트는 SOFTWAIT로 완료를 기다림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668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2668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디바이스(GPU)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92640" y="1874520"/>
            <a:ext cx="1920240" cy="39776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비동기(async)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21240" y="2606040"/>
            <a:ext cx="1463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호스트는 ① 요청 후 곧바로 다음 코드로 갑니다.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필요하면 SOFTWAIT로 GPU 완료를 기다립니다.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비동기 특성은 세션 2(검증)·세션 4(타이밍)에서 자세히.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&amp; 자주 하는 실수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= __global__, 반환형 void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&lt;&lt;&lt;1024, 512&gt;&gt;&gt; = 블록수, 블록당 스레드수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THREAD_ADDRESS로 겹치지 않는 자기 word 계산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스레드 = 이웃 주소 → coalescing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8212E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입문자 함정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커널을 일반 함수처럼 () 로 호출 → &lt;&lt;&lt;&gt;&gt;&gt; 필수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커널에서 값을 return 하려 함 → void, 결과는 메모리로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포인터를 커널에 그대로 전달 → 디바이스 포인터여야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blockDim을 스레드마다 다르다고 착각 → 모두 같은 값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2 · 메모리 모델과 쓰기·검증 패턴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값을 쓴 커널이, 다음엔 그 값을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되읽어 검증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이것이 모든 메모리 테스트의 뼈대입니다.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841248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08406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gpuWriteConstant  →  패턴을 쓴다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gpuVerifyConstant →  되읽어 기대값과 비교한다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1(주소 매핑 실험)을 먼저 완료하고 오세요.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2026-08-22T05:09:54Z</dcterms:created>
  <dcterms:modified xsi:type="dcterms:W3CDTF">2026-08-22T05:09:54Z</dcterms:modified>
</cp:coreProperties>
</file>