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커널을 read 커널과 짝지어 완결하는 회차입니다.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 '대상'은 전역 메모리. 공유 메모리는 '도구'로 쓰인다는 구분을 명확히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N(loopIters) = MB/2 인 이유: 2·N MiB가 한 그리드 용량이므로. 이 세 버퍼가 이후 모든 테스트의 재료입니다.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SOFTWAIT는 스핀 대신 슬립 폴링으로 커널 완료를 기다리는 매크로(core.h:49). 커널 경계 = 메모리 배리어 개념을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cudaStreamQuery로 완료 폴링. 타임아웃 센티넬(0xFFFFFFFE)은 세션 4·5의 오류 관례와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Memtest86 Test 2 계보. 세션 1의 write 커널이 여기서 verify와 짝을 이뤄 완결됩니다.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2는 검증 로직이 정말 오류를 잡는지 확인하는 핵심 실습입니다.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쓰기·검증 패턴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메모리 테스트의 뼈대: 쓰고 → 되읽어 비교한다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gpuWriteConstant(..., 0xFFFFFFFF);   // 쓰기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errorCount = gpuVerifyConstant(..., 0xFFFFFFFF);   // 검증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전역(global)·공유(shared)·레지스터의 역할을 구분한다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할당·전송 API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cudaMalloc·cudaMemcpy·cudaFree를 어디에 쓰는지 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쓰기→검증 패턴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커널을 나눠 실행하는지(메모리 반영) 설명할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Inversions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패턴과 그 보수를 번갈아 쓰는 고전 알고리즘을 이해한다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 (global)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04672" y="2743200"/>
            <a:ext cx="2932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크고 느림 (VRAM 수 GB)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테스트 대상 = 이 메모리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cudaMalloc으로 할당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58640" y="164592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4672" y="187452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 (shared)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14672" y="2743200"/>
            <a:ext cx="2932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안에서만 공유, 빠름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__shared__ 로 선언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리덕션·LCG에 사용 (세션 3)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수십 KB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68640" y="164592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8212E"/>
          </a:solidFill>
          <a:ln w="19050">
            <a:solidFill>
              <a:srgbClr val="9FB0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4672" y="187452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(register)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424672" y="2743200"/>
            <a:ext cx="293217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전용, 가장 빠름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변수 (uint i, value)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 제한 → 세션 3 -Xptxas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관리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MemtestG80은 이 세 계층을 모두 활용합니다 — 그래서 좋은 교재입니다.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할당 · memtestState::allocate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286000"/>
          </a:xfrm>
          <a:prstGeom prst="roundRect">
            <a:avLst>
              <a:gd name="adj" fmla="val 2000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core.cu:51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memtestState::allocate(uint mbToTest) {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(mbToTest % 2) mbToTest++;              // 2MiB 단위로 반올림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megsToTest = mbToTest;  loopIters = megsToTest/2;   // N = MB/2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cudaMalloc(&amp;devTestMem, (size_t)megsToTest*1048576);  // 테스트 영역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cudaMalloc(&amp;devTempMem, sizeof(uint)*nBlocks);        // 블록별 오류 수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hostTempMem = (uint*)malloc(sizeof(uint)*nBlocks);    // 호스트 사본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devTestMem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0" y="4114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검사할 전역 메모리 (수백 MB~GB)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devTempMem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468172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블록마다 오류 수 1개 — nBlocks(1024)개의 uint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52486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hostTempMem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52486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devTempMem을 CPU로 복사해 최종 합산할 버퍼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테스트의 뼈대 · 쓰고 → 되읽는다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쓰기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비트 패턴을 전 영역에 기록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deviceWriteConstant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86200" y="28346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종료 대기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SOFTWAIT()로 GPU 완료를 기다림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메모리에 값이 확실히 반영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18120" y="28346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412480" y="182880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4108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되읽고 검증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410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기대값과 비교, 틀린 비트 수 집계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deviceVerifyConstant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쓰기와 읽기를 나눌까?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끝나야 모든 스레드의 쓰기가 전역 메모리에 확실히 반영됩니다. 그 다음에 읽어야 올바른 값을 검증할 수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완료 기다리기 · SOFTWAIT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launch는 비동기 — 호스트는 곧바로 리턴합니다. 결과를 읽기 전에 GPU 완료를 기다려야 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2194560"/>
          </a:xfrm>
          <a:prstGeom prst="roundRect">
            <a:avLst>
              <a:gd name="adj" fmla="val 208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112264"/>
            <a:ext cx="1062532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core.h:40 — 스핀 대신 슬립하며 폴링 (드라이버 스핀웨이트 회피)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int _pollStatus(unsigned length=1, unsigned limit=15000) {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startTime = getTimeMilliseconds();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(cudaStreamQuery(0) == cudaErrorNotReady) {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((getTimeMilliseconds() - startTime) &gt; limit) return -1;  // 타임아웃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SLEEPMS(length);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SOFTWAIT() if (_pollStatus() != 0) { return 0xFFFFFFFE; }  // 타임아웃 센티넬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15초 안에 커널이 안 끝나면 타임아웃 → 0xFFFFFFFE 반환. 디스플레이 구동 GPU의 워치독 대비책.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Inversions · 가장 고전적인 테스트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103120"/>
          </a:xfrm>
          <a:prstGeom prst="roundRect">
            <a:avLst>
              <a:gd name="adj" fmla="val 217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core.cu:370 — gpuMovingInversionsOnesZeros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(..., 0xFFFFFFFF);          // 전부 1을 쓴다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  = gpuVerifyConstant(..., 0xFFFFFFFF);   // 1이 유지되는지 검증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(..., 0x0);                 // 보수(전부 0)를 덮어쓴다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 += gpuVerifyConstant(..., 0x0);          // 0이 유지되는지 검증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err;                                  // 두 위상의 오류 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11480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셀이 1과 0을 모두 안정적으로 저장하는지 검사 (stuck-at 결함 검출)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쓴 뒤 보수로 덮어써, 이웃 셀이 값을 오염시키는지(간섭)도 확인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변형(core.cu:527)은 상수 대신 난수를 써서 값 의존적 결함을 노린다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바꿔보기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gpuWriteConstant의 상수를 0xAAAAAAAA 등으로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인위 주입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6539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일부러 메모리를 훼손해 오류 검출 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cpuVerify와 비교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버전(core.cu:254)과 결과·속도 비교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N(loopIters) 관찰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MB를 바꿔 N이 어떻게 변하는지 출력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공유 메모리와 병렬 리덕션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52만 개 스레드가 각자 센 오류 수를, 어떻게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숫자로 합칠까?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MemtestG80의 가장 우아한 코드를 만납니다.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__popc(x ^ constant)   →  뒤집힌 비트 개수를 센다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트리 리덕션           →  블록 안에서 병렬로 합산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2(쓰기·검증)를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2026-08-21T16:28:10Z</dcterms:created>
  <dcterms:modified xsi:type="dcterms:W3CDTF">2026-08-21T16:28:10Z</dcterms:modified>
</cp:coreProperties>
</file>