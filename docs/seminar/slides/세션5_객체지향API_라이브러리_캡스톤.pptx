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본편(1~4)의 지식을 종합해 '남의 코드 읽기'에서 '내 코드 쓰기'로 넘어가는 회차입니다.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기능이 세 층으로 나뉘어 재사용·캡슐화됨. 세션 1~4에서 본 함수들을 각 층에 배치해 보이세요.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호출은 아래로(요청), 결과는 위로(반환). 각 계층은 자기 몫만 하고 아래에 위임한다는 캡슐화를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C++ RAII 패턴이 GPU 자원에도 그대로 적용됨. try/throw로 부분 할당을 정리하는 부분(core.cu:64)을 짚으세요.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cli.cu가 바로 이 패턴의 실제 예제(tester.allocate → 각 gpuXxx 호출). 반환 bool로 성공/실패를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생성→할당→검사→판정→소멸의 생애주기. 소멸자가 자동 해제한다는 RAII의 이점을 흐름으로 시각화.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uint 반환값에 센티넬을 얹는 관례. 클래스의 gpuXxx 메서드는 이 센티넬을 걸러 bool로 변환(core.cu:102).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A는 세션 1~3 종합, B는 세션 3(리덕션) 응용, C는 세션 4·5 구조 이해. 참석자 수준에 맞게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세션의 핵심 한 줄로 여정을 되짚으세요. THREAD_ADDRESS와 리덕션이 전체를 관통했음을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객체지향 API·라이브러리</a:t>
            </a:r>
            <a:endParaRPr lang="en-US" sz="4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·캡스톤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3계층 설계를 이해하고, 라이브러리로 임베드하고, 나만의 테스트를 만든다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7315200" cy="960120"/>
          </a:xfrm>
          <a:prstGeom prst="roundRect">
            <a:avLst>
              <a:gd name="adj" fmla="val 476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175504"/>
            <a:ext cx="68762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memtestState tester;  tester.allocate(256);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tester.gpuMovingInversionsOnesZeros(errorCount);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실제 소스로 배우는 CUDA · 입문 과정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3계층 API 설계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/ 호스트 함수 / 클래스의 역할 분담을 이해한다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RAII 자원 관리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allocate/deallocate가 GPU 메모리를 안전하게 다루는 법을 안다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라이브러리로 임베드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프로그램에서 memtestState로 GPU를 검증한다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것을 종합해 나만의 테스트 커널을 만든다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3계층 API 설계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37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 · 사용자 권장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memtestState 클래스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217920" y="17830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 인터페이스. allocate()가 자원을 잡고, 각 gpuXxx() 메서드가 성공/실패 bool 반환. CLI가 쓰는 층.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834640" y="28620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200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520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__host__ gpuXxx 함수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217920" y="3246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 + SOFTWAIT 동기화 + 오류 리덕션을 묶은 저수준 C API. 헤더에 공개.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432511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8212E"/>
          </a:solidFill>
          <a:ln w="19050">
            <a:solidFill>
              <a:srgbClr val="9FB0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663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9834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deviceXxx 커널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217920" y="47091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GPU에서 실제로 도는 테스트 본체. 내부 전용(파일 로컬).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네이밍 관례: gpuXxx/cpuXxx = 사용자 접근, deviceXxx = 내부 커널 (core.cu 상단 주석).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호출이 3계층을 타고 내려간다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메서드 하나를 부르면, 호출이 계층을 타고 GPU까지 내려갔다가 결과가 되돌아옵니다.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05840" y="192024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06040" y="2029968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tester.gpuMovingInversionsOnesZeros(e)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06040" y="2395728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memtestState 메서드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2807208"/>
            <a:ext cx="0" cy="347472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05840" y="3172968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326440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06040" y="3282696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gpuWriteConstant / gpuVerifyConstant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606040" y="3648456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__host__ 함수 — 커널 실행 + 리덕션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4059936"/>
            <a:ext cx="0" cy="347472"/>
          </a:xfrm>
          <a:prstGeom prst="line">
            <a:avLst/>
          </a:prstGeom>
          <a:noFill/>
          <a:ln w="2540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005840" y="4425696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18212E"/>
          </a:solidFill>
          <a:ln w="19050">
            <a:solidFill>
              <a:srgbClr val="9FB0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7008" y="4517136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06040" y="4535424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deviceWriteConstant&lt;&lt;&lt;1024,512&gt;&gt;&gt;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606040" y="4901184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커널 — GPU에서 실행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5312664"/>
            <a:ext cx="0" cy="347472"/>
          </a:xfrm>
          <a:prstGeom prst="line">
            <a:avLst/>
          </a:prstGeom>
          <a:noFill/>
          <a:ln w="25400">
            <a:solidFill>
              <a:srgbClr val="9FB0C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05840" y="5678424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07008" y="5769864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06040" y="5788152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524,288 스레드가 전역 메모리를 검사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606040" y="6153912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006840" y="2011680"/>
            <a:ext cx="0" cy="4535424"/>
          </a:xfrm>
          <a:prstGeom prst="line">
            <a:avLst/>
          </a:prstGeom>
          <a:noFill/>
          <a:ln w="25400">
            <a:solidFill>
              <a:srgbClr val="3FB8C4"/>
            </a:solidFill>
            <a:prstDash val="solid"/>
            <a:headEnd type="triangle"/>
          </a:ln>
        </p:spPr>
      </p:sp>
      <p:sp>
        <p:nvSpPr>
          <p:cNvPr id="25" name="Text 23"/>
          <p:cNvSpPr/>
          <p:nvPr/>
        </p:nvSpPr>
        <p:spPr>
          <a:xfrm>
            <a:off x="9116568" y="3877056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수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(bool·uint)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되돌아옴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관리 · allocate / deallocate (RAII)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2377440"/>
          </a:xfrm>
          <a:prstGeom prst="roundRect">
            <a:avLst>
              <a:gd name="adj" fmla="val 192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core.h:78 — 생성자에서 상수·기본값 초기화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memtestState() : nBlocks(1024), nThreads(512), allocated(false),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devTestMem(NULL), ..., lcgPeriod(1024) {};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~memtestState() { deallocate(); }        // 소멸자가 자동으로 해제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core.cu:38 — deallocate: cudaFree + free, 포인터를 NULL로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 allocate(uint mbToTest);            // 실패 시 0 반환, 부분 할당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소멸자가 deallocate를 호출 → 객체가 스코프를 벗어나면 GPU 메모리가 자동 해제 (누수 방지)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allocate는 세 번의 할당 중 하나라도 실패하면 이미 잡은 것을 되돌리고 0을 반환 (예외 안전)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cudaGetLastError()로 CUDA 오류 플래그를 청소해 바깥 세계에 새지 않게 함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프로그램에 임베드하기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이것이 MemtestG80의 원래 목적 — 다른 소프트웨어가 실행 전 GPU 건전성을 검증하도록.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3108960"/>
          </a:xfrm>
          <a:prstGeom prst="roundRect">
            <a:avLst>
              <a:gd name="adj" fmla="val 1471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157984"/>
            <a:ext cx="1062532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"memtestG80_core.h"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gpuIsHealthy(int mb) {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memtestState tester;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(!tester.allocate(mb)) return false;      // 메모리 확보 실패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 errors = 0, e;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tester.gpuMovingInversionsOnesZeros(e); errors += e;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 s = 0; s &lt; 32; s++) {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tester.gpuWalking32Bit(e, true, s); errors += e;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errors == 0;                          // 소멸자가 자동 해제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LGPL: 오픈소스는 정적 링크, 클로즈드 소스는 공유 라이브러리(.so/.dll)로 링크해야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임베드 생애주기 · 객체가 자원을 감싼다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memtestState 객체 하나가 GPU 자원의 전체 수명을 관리합니다. 스코프를 벗어나면 자동 정리됩니다(RAII).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53796" y="21488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18212E"/>
          </a:solidFill>
          <a:ln w="19050">
            <a:solidFill>
              <a:srgbClr val="9FB0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" y="2286000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5236" y="27157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memtestState tester;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3524" y="3172968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생성자: 상수 초기화, 아직 할당 없음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38044" y="2926080"/>
            <a:ext cx="219456" cy="0"/>
          </a:xfrm>
          <a:prstGeom prst="line">
            <a:avLst/>
          </a:prstGeom>
          <a:noFill/>
          <a:ln w="25400">
            <a:solidFill>
              <a:srgbClr val="9FB0C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75788" y="21488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85516" y="2286000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67228" y="27157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tester.allocate(mb)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5516" y="3172968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cudaMalloc으로 VRAM·임시버퍼 확보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60036" y="2926080"/>
            <a:ext cx="219456" cy="0"/>
          </a:xfrm>
          <a:prstGeom prst="line">
            <a:avLst/>
          </a:prstGeom>
          <a:noFill/>
          <a:ln w="2540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097780" y="21488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07508" y="2286000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89220" y="27157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tester.gpuXxx(e) 반복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7508" y="3172968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테스트 실행, 오류 수 누적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82028" y="2926080"/>
            <a:ext cx="219456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19772" y="21488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29500" y="2286000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11212" y="27157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errors == 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29500" y="3172968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bool로 GPU 건전성 반환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304020" y="2926080"/>
            <a:ext cx="219456" cy="0"/>
          </a:xfrm>
          <a:prstGeom prst="line">
            <a:avLst/>
          </a:prstGeom>
          <a:noFill/>
          <a:ln w="2540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541764" y="21488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51492" y="2286000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33204" y="27157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// 스코프 종료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651492" y="3172968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소멸자가 deallocate() 자동 호출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3796" y="4114800"/>
            <a:ext cx="10853928" cy="914400"/>
          </a:xfrm>
          <a:prstGeom prst="roundRect">
            <a:avLst>
              <a:gd name="adj" fmla="val 8000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8116" y="4279392"/>
            <a:ext cx="10305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cudaFree를 직접 부르지 않아도, 객체 소멸자가 모든 GPU 메모리를 해제합니다. 예외가 나도, 일찍 return해도 누수가 없습니다.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관례 · 4억을 넘는 '오류'의 정체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60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0xFFFFFFFF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840480" y="18288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launch 실패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949440" y="182880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CHECK_LAUNCH_ERROR — cudaGetLastError 감지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0xFFFFFFFE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840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타임아웃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949440" y="292608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SOFTWAIT 15초 초과 (디스플레이 워치독)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023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오류 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0480" y="4023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비트 오류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49440" y="402336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__popc로 센 합계 — 보통 0, 결함 시 소수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README의 경고: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수가 40억을 넘으면 진짜 결함이 아니라 타임아웃 센티넬입니다. 테스트 영역을 줄이면 사라집니다.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· 나만의 테스트 만들기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중 하나를 골라 구현하고 5분 발표합니다.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50008"/>
            <a:ext cx="640080" cy="548640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2219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패턴 테스트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37360" y="26791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체커보드(0xAAAAAAAA/0x55555555 교차) 패턴 커널을 write/verify 뼈대로 추가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630168"/>
            <a:ext cx="640080" cy="548640"/>
          </a:xfrm>
          <a:prstGeom prst="roundRect">
            <a:avLst>
              <a:gd name="adj" fmla="val 16667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37360" y="350215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히스토그램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37360" y="395935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난 word의 비트 위치 분포를 집계해 출력하는 기능 추가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910328"/>
            <a:ext cx="640080" cy="548640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737360" y="47823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선택적 테스트 실행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737360" y="52395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CLI에 --only 플래그를 추가해 특정 테스트만 돌리도록 확장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시리즈 총정리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10512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468880" y="1810512"/>
            <a:ext cx="8869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모델 · THREAD_ADDRESS · coalescing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8212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679192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68880" y="2679192"/>
            <a:ext cx="8869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계층 · 쓰기→검증 · Moving Inversions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8212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47872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468880" y="3547872"/>
            <a:ext cx="8869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· __popc · 병렬 리덕션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8212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416552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468880" y="4416552"/>
            <a:ext cx="8869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13종 테스트 카탈로그 · 패턴 생성 · 대역폭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285232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468880" y="5285232"/>
            <a:ext cx="8869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3계층 API · RAII · 라이브러리 임베드 · 캡스톤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500줄의 실제 코드로 CUDA의 핵심을 모두 만졌습니다.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당신은 GPU를 검증할 수 있습니다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읽을 순서 제안: cli.cu 메인 루프 → core.cu의 THREAD_ADDRESS → deviceVerifyConstant 리덕션.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 곳이 MemtestG80 전체를 관통합니다.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841248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084064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원본: github.com/ihaque/memtestG80   ·   라이선스: LGPL v3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NVIDIA CUDA C++ Programming Guide — 다음 학습 자료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환영합니다 · 캡스톤 발표를 기대합니다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2026-08-21T21:35:57Z</dcterms:created>
  <dcterms:modified xsi:type="dcterms:W3CDTF">2026-08-21T21:35:57Z</dcterms:modified>
</cp:coreProperties>
</file>