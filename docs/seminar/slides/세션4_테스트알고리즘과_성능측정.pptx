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1~3에서 배운 뼈대(주소 매핑·검증·리덕션)가 모든 테스트에 재사용됨을 계속 짚으세요.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cli.cu:185의 for 루프가 이 표를 순서대로 실행합니다. 계보(Memtest86)를 언급하며 검증된 알고리즘임을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핵심: 테스트마다 다른 건 '패턴 생성'뿐, 쓰기·검증·리덕션은 공통. 이 재사용이 좋은 설계의 증거입니다.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켜진 비트가 대각선으로 내려가는 모습이 'walking'. 오른쪽 16진수는 워드 복제 결과로, 코드와 대조하게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둘 다 매 iteration마다 새 rand() 값을 받아 실행마다 커버리지를 넓힙니다(cli.cu:268,278).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메모리 저장이 아니라 ALU·반복 제어를 검사한다는 발상이 독특. 오버클럭 안정성 검증에 특히 유용합니다.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CUDA 이벤트 대신 밀리초 타이머 + cudaThreadSynchronize를 씀. 비동기성이 왜 함정인지가 핵심 교훈입니다.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읽기 화살표 + 쓰기 화살표 두 개로 '왜 ×2'를 시각화. 동기화 함정은 Lab 4 Exercise 4에서 직접 재현합니다.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 2로 비트 연산을 손으로 따라가면 패턴 생성이 확실히 이해됩니다.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알고리즘과</a:t>
            </a:r>
            <a:endParaRPr lang="en-US" sz="4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5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측정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548640" y="4251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쓰기·검증 뼈대 위에 세운 13종 테스트, 그리고 대역폭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7315200" cy="960120"/>
          </a:xfrm>
          <a:prstGeom prst="roundRect">
            <a:avLst>
              <a:gd name="adj" fmla="val 4762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175504"/>
            <a:ext cx="68762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(shift=0; shift&lt;8; shift++)  gpuWalking8BitM86(err, shift);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gpuMemoryBandwidth(...)   // D2D cudaMemcpy 반복으로 대역폭 측정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95528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D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MemtestG80 실제 소스로 배우는 CUDA · 입문 과정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목표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737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682496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카탈로그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13종 테스트가 각각 어떤 결함을 노리는지 개관한다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688336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87121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816352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생성 로직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bits·Modulo가 비트 연산으로 패턴을 만드는 법을 안다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22192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00507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950208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Logic 테스트(LCG)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메모리가 아니라 연산 로직을 검사하는 아이디어를 이해한다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56048"/>
            <a:ext cx="11064240" cy="969264"/>
          </a:xfrm>
          <a:prstGeom prst="roundRect">
            <a:avLst>
              <a:gd name="adj" fmla="val 7547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51389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5084064"/>
            <a:ext cx="9784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측정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458968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이벤트 대신 D2D memcpy로 대역폭을 재는 법을 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iteration이 돌리는 13종 테스트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731520" y="15087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120640" y="1508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노리는 결함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7510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Inversions (1/0)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120640" y="197510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#2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680960" y="1975104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stuck bit · 인접 간섭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432304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505456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8-bit (M86)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120640" y="25054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#3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0" y="250545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라인 단락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2962656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3580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True Walking 8-bit (0/1)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120640" y="30358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변형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80960" y="303580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주소·데이터 결합 결함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3493008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566160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Inversions (random)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20640" y="356616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680960" y="35661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의존적 오류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023360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409651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32-bit (0/1)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120640" y="409651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80960" y="4096512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워드폭 데이터 라인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553712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62686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Blocks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120640" y="462686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#7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80960" y="4626864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무작위 패턴·재현 검증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48640" y="5084064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157216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Modulo-20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120640" y="515721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Memtest86 #8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5157216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 주소 간섭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48640" y="5614416"/>
            <a:ext cx="11064240" cy="0"/>
          </a:xfrm>
          <a:prstGeom prst="line">
            <a:avLst/>
          </a:prstGeom>
          <a:noFill/>
          <a:ln w="12700">
            <a:solidFill>
              <a:srgbClr val="2C3A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6875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Logic / Short LCG (+shmem)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5120640" y="568756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고유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680960" y="5687568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 로직·반복 카운트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계열은 shift(8/32/20회)만큼 커널을 반복 → 실제 실행 횟수는 표의 행 수보다 훨씬 많습니다.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생성 · Walking Bits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M86 Walking 8-bit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1&lt;&lt;shift 를 32비트로 복제해 전 영역에 동일 기록·검증 후 보수도 검증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35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87240" y="178308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True Walking 8-bit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7240" y="228600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워드 안에서 켜진 비트가 실제 이동 — 인접 라인 결합 결함에 민감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68640" y="1600200"/>
            <a:ext cx="3444240" cy="1828800"/>
          </a:xfrm>
          <a:prstGeom prst="roundRect">
            <a:avLst>
              <a:gd name="adj" fmla="val 4000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7240" y="1783080"/>
            <a:ext cx="298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32-bit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7240" y="2286000"/>
            <a:ext cx="298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32비트 전 폭에서 단일 비트 이동(shift 0~31)으로 각 데이터 라인 자극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312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803904"/>
            <a:ext cx="1062532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core.cu:392 — gpuWalking8BitM86 의 패턴 생성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 &amp;= 0x7;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pattern = 1 &lt;&lt; shift;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pattern = pattern | (pattern&lt;&lt;8) | (pattern&lt;&lt;16) | (pattern&lt;&lt;24);  // 8비트→워드 복제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비트 연산만으로 패턴을 만들고, 세션 1~3의 write/verify 뼈대를 그대로 재사용합니다.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비트가 걷는 모습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shift가 0→7로 증가하면 켜진 비트(1) 하나가 한 칸씩 이동합니다. 각 위상에서 그 비트와 이웃을 검사합니다.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198424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shift=0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03120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0312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761488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61488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419856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985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78224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78224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36592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394960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9496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53328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53328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711696" y="1965960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1696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552944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0x01010101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27340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shift=1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103120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03120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2761488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61488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419856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19856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078224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78224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736592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36592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394960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053328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53328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711696" y="2715768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11696" y="27157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552944" y="273405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0x02020202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48640" y="348386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shift=2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103120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03120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2761488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61488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3419856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19856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4078224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078224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736592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36592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5394960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94960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6053328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53328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6711696" y="3465576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11696" y="34655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552944" y="348386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0x04040404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48640" y="423367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shift=3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2103120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03120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>
            <a:off x="2761488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761488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3419856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19856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4078224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078224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68" name="Shape 66"/>
          <p:cNvSpPr/>
          <p:nvPr/>
        </p:nvSpPr>
        <p:spPr>
          <a:xfrm>
            <a:off x="4736592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736592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>
            <a:off x="5394960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394960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72" name="Shape 70"/>
          <p:cNvSpPr/>
          <p:nvPr/>
        </p:nvSpPr>
        <p:spPr>
          <a:xfrm>
            <a:off x="6053328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053328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74" name="Shape 72"/>
          <p:cNvSpPr/>
          <p:nvPr/>
        </p:nvSpPr>
        <p:spPr>
          <a:xfrm>
            <a:off x="6711696" y="4215384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11696" y="4215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76" name="Text 74"/>
          <p:cNvSpPr/>
          <p:nvPr/>
        </p:nvSpPr>
        <p:spPr>
          <a:xfrm>
            <a:off x="7552944" y="42336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0x08080808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48640" y="498348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shift=4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103120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103120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80" name="Shape 78"/>
          <p:cNvSpPr/>
          <p:nvPr/>
        </p:nvSpPr>
        <p:spPr>
          <a:xfrm>
            <a:off x="2761488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2761488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82" name="Shape 80"/>
          <p:cNvSpPr/>
          <p:nvPr/>
        </p:nvSpPr>
        <p:spPr>
          <a:xfrm>
            <a:off x="3419856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19856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84" name="Shape 82"/>
          <p:cNvSpPr/>
          <p:nvPr/>
        </p:nvSpPr>
        <p:spPr>
          <a:xfrm>
            <a:off x="4078224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078224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500" dirty="0"/>
          </a:p>
        </p:txBody>
      </p:sp>
      <p:sp>
        <p:nvSpPr>
          <p:cNvPr id="86" name="Shape 84"/>
          <p:cNvSpPr/>
          <p:nvPr/>
        </p:nvSpPr>
        <p:spPr>
          <a:xfrm>
            <a:off x="4736592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736592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5394960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94960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90" name="Shape 88"/>
          <p:cNvSpPr/>
          <p:nvPr/>
        </p:nvSpPr>
        <p:spPr>
          <a:xfrm>
            <a:off x="6053328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053328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92" name="Shape 90"/>
          <p:cNvSpPr/>
          <p:nvPr/>
        </p:nvSpPr>
        <p:spPr>
          <a:xfrm>
            <a:off x="6711696" y="4965192"/>
            <a:ext cx="566928" cy="566928"/>
          </a:xfrm>
          <a:prstGeom prst="roundRect">
            <a:avLst>
              <a:gd name="adj" fmla="val 806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711696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500" dirty="0"/>
          </a:p>
        </p:txBody>
      </p:sp>
      <p:sp>
        <p:nvSpPr>
          <p:cNvPr id="94" name="Text 92"/>
          <p:cNvSpPr/>
          <p:nvPr/>
        </p:nvSpPr>
        <p:spPr>
          <a:xfrm>
            <a:off x="7552944" y="49834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0x10101010</a:t>
            </a:r>
            <a:endParaRPr lang="en-US" sz="1300" dirty="0"/>
          </a:p>
        </p:txBody>
      </p:sp>
      <p:sp>
        <p:nvSpPr>
          <p:cNvPr id="95" name="Text 93"/>
          <p:cNvSpPr/>
          <p:nvPr/>
        </p:nvSpPr>
        <p:spPr>
          <a:xfrm>
            <a:off x="7552944" y="5760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8비트 패턴을 32비트 워드로 복제한 값</a:t>
            </a:r>
            <a:endParaRPr lang="en-US" sz="1150" dirty="0"/>
          </a:p>
        </p:txBody>
      </p:sp>
      <p:sp>
        <p:nvSpPr>
          <p:cNvPr id="96" name="Text 94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표를 손으로 채워보는 것이 Lab 4 Exercise 2입니다. shift 0~7까지 8칸을 모두 훑습니다.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Blocks &amp; Modulo-20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Blocks (#7)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rand() 시드로 재현 가능한 난수를 채움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 같은 시드로 수열을 재생성해 비교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 메모리로 난수 블록을 병렬 생성 (core.cu:723)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49377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구조화된 패턴이 놓치는 값 의존적 결함을 잡습니다.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8212E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18288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Modulo-20 (#8)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20개 word마다 패턴을 배치, 나머지는 보수로 채움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shift를 0~19로 돌려 모든 위상을 커버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 주소 간섭 결함을 표적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49377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간격의 셀들이 서로 영향을 주는 결함을 찾습니다.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Logic 테스트 · 메모리가 아니라 연산을 본다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2194560"/>
          </a:xfrm>
          <a:prstGeom prst="roundRect">
            <a:avLst>
              <a:gd name="adj" fmla="val 208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09344"/>
            <a:ext cx="1062532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core.cu:298 — LCGLOOP 매크로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(rep = 0; rep &lt; repeats; rep++) {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 = ~value;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(iter = 0; iter &lt; period; iter++) {   // 짧은 주기 LCG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= ~value;  value = a*value + c; // 선형합동생성기 스텝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^= 0xFFFFFFF0;  value ^= 0xF;    // 짝 XOR — 명령 다양성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value = ~value;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// 끝나면 value는 0 이어야 정상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88620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항상 0으로 되돌아오도록 설계 → 반복 횟수 k가 달라도 결과가 같아야 함. 다르면 로직 오류.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짝 XOR은 단일 XOR이 NOT으로 최적화돼 사라지는 것을 막아 명령 스트림에 다양성을 줌 (decuda로 검증).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shmem 버전은 중간값을 공유 메모리에 둬 셰이더 오버클럭 오류에 더 민감 (세션 3 연결).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측정 · D2D memcpy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2011680"/>
          </a:xfrm>
          <a:prstGeom prst="roundRect">
            <a:avLst>
              <a:gd name="adj" fmla="val 2273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55064"/>
            <a:ext cx="1062532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D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core.cu:168 — gpuMemoryBandwidth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 start = getTimeMilliseconds();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7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(uint i = 0; i &lt; iters; i++)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cudaMemcpy(dst, src, bytes, cudaMemcpyDeviceToDevice);  // 디바이스 내부 복사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660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cudaThreadSynchronize();    // ★ D2D는 비동기 → 반드시 동기화 후 시간 측정</a:t>
            </a:r>
            <a:endParaRPr lang="en-US" sz="13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bw = 2.0 * (mbToTest*iters) / seconds;   // 읽기+쓰기 → ×2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660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비동기 함정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379476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D2D memcpy는 논블로킹 → 동기화 없이 시간 재면 0에 가까운 엉터리 값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44531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×2의 이유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108960" y="4453128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복사는 읽기와 쓰기를 동시에 함 → 실효 대역폭은 전송량의 2배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511149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 가치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5111496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기대치보다 크게 낮으면 그 자체가 하드웨어·드라이버 이상 신호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대역폭은 왜 ×2인가 · 그림으로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device-to-device 복사는 같은 VRAM 안에서 읽기와 쓰기를 동시에 합니다. 그래서 실효 전송량은 2배입니다.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463040" y="2377440"/>
            <a:ext cx="3291840" cy="1280160"/>
          </a:xfrm>
          <a:prstGeom prst="roundRect">
            <a:avLst>
              <a:gd name="adj" fmla="val 3571"/>
            </a:avLst>
          </a:prstGeom>
          <a:solidFill>
            <a:srgbClr val="0B1119"/>
          </a:solidFill>
          <a:ln w="19050">
            <a:solidFill>
              <a:srgbClr val="3FB8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72768" y="246888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src (원본 영역)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72768" y="320040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VRAM 읽기 (read)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06640" y="2377440"/>
            <a:ext cx="3291840" cy="1280160"/>
          </a:xfrm>
          <a:prstGeom prst="roundRect">
            <a:avLst>
              <a:gd name="adj" fmla="val 3571"/>
            </a:avLst>
          </a:prstGeom>
          <a:solidFill>
            <a:srgbClr val="0B111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16368" y="2468880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dst (대상 영역)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516368" y="3200400"/>
            <a:ext cx="3072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VRAM 쓰기 (write)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46320" y="2788920"/>
            <a:ext cx="2468880" cy="0"/>
          </a:xfrm>
          <a:prstGeom prst="line">
            <a:avLst/>
          </a:prstGeom>
          <a:noFill/>
          <a:ln w="38100">
            <a:solidFill>
              <a:srgbClr val="3FB8C4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754880" y="23957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읽기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46320" y="3246120"/>
            <a:ext cx="2468880" cy="0"/>
          </a:xfrm>
          <a:prstGeom prst="line">
            <a:avLst/>
          </a:prstGeom>
          <a:noFill/>
          <a:ln w="381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75488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쓰기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cudaMemcpy(dst, src, bytes, DeviceToDevice)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241A16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92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F2C07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bw = 2.0 × (전송 MB × 반복) / 초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D2D memcpy는 비동기 → cudaThreadSynchronize() 후에 시간을 재야 정확합니다.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순서 읽기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cli.cu의 for 루프에서 13종 실행 순서 확인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80136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81965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손으로 계산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65392" y="269748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shift별 Walking 패턴을 종이에 적고 코드와 대조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LCG 0 확인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value가 0으로 돌아오는지 중간값 출력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20240"/>
          </a:xfrm>
          <a:prstGeom prst="roundRect">
            <a:avLst>
              <a:gd name="adj" fmla="val 3810"/>
            </a:avLst>
          </a:prstGeom>
          <a:solidFill>
            <a:srgbClr val="1821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3FB8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17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대역폭 재보기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bw_iters를 바꿔 측정값 안정성 관찰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7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5 · 객체지향 API·라이브러리·캡스톤</a:t>
            </a:r>
            <a:endParaRPr lang="en-US" sz="37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커널·호스트 함수를 감싼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FB8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memtestState 클래스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E7ED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보고, 내 프로그램에 라이브러리로 임베드한 뒤, 나만의 테스트를 만듭니다.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4937760"/>
            <a:ext cx="8412480" cy="1005840"/>
          </a:xfrm>
          <a:prstGeom prst="roundRect">
            <a:avLst>
              <a:gd name="adj" fmla="val 4545"/>
            </a:avLst>
          </a:prstGeom>
          <a:solidFill>
            <a:srgbClr val="0B1119"/>
          </a:solidFill>
          <a:ln w="12700">
            <a:solidFill>
              <a:srgbClr val="2C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084064"/>
            <a:ext cx="7973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2C0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memtestState tester;  tester.allocate(128);</a:t>
            </a:r>
            <a:endParaRPr lang="en-US" sz="12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tester.gpuMovingInversionsOnesZeros(errorCount);   // 3계층 API의 꼭대기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0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4(테스트·대역폭)를 먼저 완료하고 오세요.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2026-08-21T21:35:27Z</dcterms:created>
  <dcterms:modified xsi:type="dcterms:W3CDTF">2026-08-21T21:35:27Z</dcterms:modified>
</cp:coreProperties>
</file>