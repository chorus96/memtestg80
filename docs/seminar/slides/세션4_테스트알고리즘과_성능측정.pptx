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1~3에서 배운 뼈대(주소 매핑·검증·리덕션)가 모든 테스트에 재사용됨을 계속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cli.cu:185의 for 루프가 이 표를 순서대로 실행합니다. 계보(Memtest86)를 언급하며 검증된 알고리즘임을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테스트마다 다른 건 '패턴 생성'뿐, 쓰기·검증·리덕션은 공통. 이 재사용이 좋은 설계의 증거입니다.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다 매 iteration마다 새 rand() 값을 받아 실행마다 커버리지를 넓힙니다(cli.cu:268,278).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 저장이 아니라 ALU·반복 제어를 검사한다는 발상이 독특. 오버클럭 안정성 검증에 특히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 이벤트 대신 밀리초 타이머 + cudaThreadSynchronize를 씀. 비동기성이 왜 함정인지가 핵심 교훈입니다.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2로 비트 연산을 손으로 따라가면 패턴 생성이 확실히 이해됩니다.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알고리즘과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측정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쓰기·검증 뼈대 위에 세운 13종 테스트, 그리고 대역폭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(shift=0; shift&lt;8; shift++)  gpuWalking8BitM86(err, shift);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gpuMemoryBandwidth(...)   // D2D cudaMemcpy 반복으로 대역폭 측정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카탈로그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테스트가 각각 어떤 결함을 노리는지 개관한다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생성 로직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bits·Modulo가 비트 연산으로 패턴을 만드는 법을 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테스트(LCG)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아니라 연산 로직을 검사하는 아이디어를 이해한다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측정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이벤트 대신 D2D memcpy로 대역폭을 재는 법을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iteration이 돌리는 13종 테스트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206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노리는 결함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7510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Inversions (1/0)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120640" y="19751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197510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stuck bit · 인접 간섭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054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8-bit (M86)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640" y="25054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0" y="25054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라인 단락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3580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 Walking 8-bit (0/1)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20640" y="30358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3035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주소·데이터 결합 결함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93008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661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Inversions (random)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20640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661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의존적 오류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965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32-bit (0/1)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20640" y="40965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80960" y="409651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워드폭 데이터 라인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553712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268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Blocks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120640" y="46268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80960" y="46268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패턴·재현 검증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084064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1572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Modulo-20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120640" y="51572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#8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680960" y="51572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주소 간섭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614416"/>
            <a:ext cx="11064240" cy="0"/>
          </a:xfrm>
          <a:prstGeom prst="line">
            <a:avLst/>
          </a:prstGeom>
          <a:noFill/>
          <a:ln w="12700">
            <a:solidFill>
              <a:srgbClr val="2C3A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6875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/ Short LCG (+shmem)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120640" y="56875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고유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0" y="56875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 로직·반복 카운트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계열은 shift(8/32/20회)만큼 커널을 반복 → 실제 실행 횟수는 표의 행 수보다 훨씬 많습니다.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생성 · Walking Bits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M86 Walking 8-bit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1&lt;&lt;shift 를 32비트로 복제해 전 영역에 동일 기록·검증 후 보수도 검증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40" y="17830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 Walking 8-bit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7240" y="228600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워드 안에서 켜진 비트가 실제 이동 — 인접 라인 결합 결함에 민감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6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7240" y="17830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32-bit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7240" y="228600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32비트 전 폭에서 단일 비트 이동(shift 0~31)으로 각 데이터 라인 자극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803904"/>
            <a:ext cx="10625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core.cu:392 — gpuWalking8BitM86 의 패턴 생성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&amp;= 0x7;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 pattern = 1 &lt;&lt; shift;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pattern | (pattern&lt;&lt;8) | (pattern&lt;&lt;16) | (pattern&lt;&lt;24);  // 8비트→워드 복제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연산만으로 패턴을 만들고, 세션 1~3의 write/verify 뼈대를 그대로 재사용합니다.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Blocks &amp; Modulo-20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Blocks (#7)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rand() 시드로 재현 가능한 난수를 채움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 같은 시드로 수열을 재생성해 비교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메모리로 난수 블록을 병렬 생성 (core.cu:723)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패턴이 놓치는 값 의존적 결함을 잡습니다.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Modulo-20 (#8)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word마다 패턴을 배치, 나머지는 보수로 채움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shift를 0~19로 돌려 모든 위상을 커버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주소 간섭 결함을 표적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49377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간격의 셀들이 서로 영향을 주는 결함을 찾습니다.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테스트 · 메모리가 아니라 연산을 본다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208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1062532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core.cu:298 — LCGLOOP 매크로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(rep = 0; rep &lt; repeats; rep++)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= ~value;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(iter = 0; iter &lt; period; iter++) {   // 짧은 주기 LCG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~value;  value = a*value + c; // 선형합동생성기 스텝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^= 0xFFFFFFF0;  value ^= 0xF;    // 짝 XOR — 명령 다양성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= ~value;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끝나면 value는 0 이어야 정상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항상 0으로 되돌아오도록 설계 → 반복 횟수 k가 달라도 결과가 같아야 함. 다르면 로직 오류.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XOR은 단일 XOR이 NOT으로 최적화돼 사라지는 것을 막아 명령 스트림에 다양성을 줌 (decuda로 검증).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shmem 버전은 중간값을 공유 메모리에 둬 셰이더 오버클럭 오류에 더 민감 (세션 3 연결).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측정 · D2D memcpy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core.cu:168 — gpuMemoryBandwidth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 start = getTimeMilliseconds();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(uint i = 0; i &lt; iters; i++)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cudaMemcpy(dst, src, bytes, cudaMemcpyDeviceToDevice);  // 디바이스 내부 복사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6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cudaThreadSynchronize();    // ★ D2D는 비동기 → 반드시 동기화 후 시간 측정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bw = 2.0 * (mbToTest*iters) / seconds;   // 읽기+쓰기 → ×2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함정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0" y="37947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D2D memcpy는 논블로킹 → 동기화 없이 시간 재면 0에 가까운 엉터리 값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453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×2의 이유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44531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복사는 읽기와 쓰기를 동시에 함 → 실효 대역폭은 전송량의 2배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5111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가치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5111496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기대치보다 크게 낮으면 그 자체가 하드웨어·드라이버 이상 신호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4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순서 읽기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cli.cu의 for 루프에서 13종 실행 순서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손으로 계산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539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shift별 Walking 패턴을 종이에 적고 코드와 대조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LCG 0 확인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value가 0으로 돌아오는지 중간값 출력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재보기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bw_iters를 바꿔 측정값 안정성 관찰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5 · 객체지향 API·라이브러리·캡스톤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커널·호스트 함수를 감싼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memtestState 클래스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보고, 내 프로그램에 라이브러리로 임베드한 뒤, 나만의 테스트를 만듭니다.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memtestState tester;  tester.allocate(128);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tester.gpuMovingInversionsOnesZeros(errorCount);   // 3계층 API의 꼭대기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4(테스트·대역폭)를 먼저 완료하고 오세요.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2026-08-21T16:28:10Z</dcterms:created>
  <dcterms:modified xsi:type="dcterms:W3CDTF">2026-08-21T16:28:10Z</dcterms:modified>
</cp:coreProperties>
</file>