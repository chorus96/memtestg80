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목표를 예고하고, 세션 끝에 다시 돌아와 자가 점검하겠다고 알려주세요.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SIMT = 같은 명령을 수천 스레드가 서로 다른 데이터에 실행. ECC 부재가 이 도구의 존재 이유임을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cuda_memtest와 달리 MemtestG80은 블록당 스레드가 512개 — 병렬 리덕션·coalescing이 이 도구의 특징. 세션 1·3에서 깊게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core.cu 하나에 커널·호스트·리덕션이 다 있음. 세션마다 이 지도를 다시 펴서 오늘 다룰 곳을 짚으세요.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빌드 실패 대부분은 CUDA_DIR 경로 문제. Makefile 상단의 CUDA_DIR를 자기 환경에 맞추라고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줄의 대역폭 측정 후 iteration 루프가 돈다는 구조를 보여주세요. 각 테스트는 세션 4에서 하나씩 해부합니다.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소프트 오류는 산발적이라 '오래 돌려라'가 핵심 메시지. 안정성 검증은 스트레스 테스트임을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GPU가 없는 참석자는 Google Colab(무료 GPU)로 대체. 강사는 실행 로그를 미리 캡처해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구축과 큰 그림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— 수십만 스레드로 GPU 메모리를 검증하는 오픈소스 도구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-f Makefiles/Makefile.linux64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./memtestG80 128 50      # 128MB, 50회 반복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GPU와 CPU의 차이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처리량(throughput) vs 지연시간(latency)을 한 문장으로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빌드·실행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Makefile로 직접 빌드하고 128MB 테스트를 돌릴 수 있다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도구가 푸는 문제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메모리의 하드/소프트 오류가 무엇인지 설명할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읽는 법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iteration이 13종 테스트를 돌린다는 큰 그림을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GPU는 왜 다른가, 왜 검사가 필요한가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3108960"/>
          </a:xfrm>
          <a:prstGeom prst="roundRect">
            <a:avLst>
              <a:gd name="adj" fmla="val 2353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— 지연시간 최적화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소수의 강력한 코어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분기·순차 작업에 강함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캐시, 정교한 분기 예측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3108960"/>
          </a:xfrm>
          <a:prstGeom prst="roundRect">
            <a:avLst>
              <a:gd name="adj" fmla="val 2353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73736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— 처리량 최적화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331720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단순한 코어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 (SIMT)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대역폭이 핵심 (수백 GB/s)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소비자용 GPU는 대개 ECC(오류 정정)가 없다.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비트가 뒤집혀도 아무도 모른 채 잘못된 값이 계산에 섞인다 — 오버클럭·발열·전압 마진 부족이 원인. MemtestG80은 이 조용한 오류를 능동적으로 찾아낸다.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MemtestG80이란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Stanford Folding@home 팀이 만든, Memtest86의 메모리 테스트를 CUDA 커널로 이식한 도구 (2009, LGPL v3).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 우선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자기 코드에 링크해 실행 전 GPU 건전성 검증. 핵심 API = memtestG80_core.h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8640" y="214884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458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CLI 프런트엔드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87240" y="2834640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memtestG80_cli.cu는 사용 예제이자 독립 실행형 테스터. 13종 테스트 순차 실행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68640" y="214884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2" name="Text 10"/>
          <p:cNvSpPr/>
          <p:nvPr/>
        </p:nvSpPr>
        <p:spPr>
          <a:xfrm>
            <a:off x="839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GPU · 이식성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97240" y="2834640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--gpu N 으로 카드 선택. Linux/macOS/Windows Makefile 제공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 × 512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48640" y="50749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그리드 — 블록 × 스레드 = 524,288 스레드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80760" y="43891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2·N MiB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080760" y="50749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words/스레드일 때 한 그리드가 덮는 메모리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코드베이스 지도 · 파일은 단 4개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memtestG80_core.h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937760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API — memtestState 클래스, 매크로(THREAD_ADDRESS 등)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058400" y="17373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1,5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7432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memtestG80_core.cu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74320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모든 커널·호스트 함수·리덕션·대역폭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058400" y="27432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1~4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7490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memtestG80_cli.cu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374904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main() — 13종 테스트를 순차 실행하는 프런트엔드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058400" y="37490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0,5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7548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ezOptionParser.hpp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37760" y="475488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전용 명령행 인자 파서 (보조)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058400" y="47548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500여 줄의 프로덕션 CUDA 코드 — 장난감 예제가 아니라 실제로 GPU 오류를 찾는 도구를 교재로 삼습니다.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빌드하기 · Makefile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CMake가 아니라 OS별 Makefile을 씁니다. nvcc 툴체인이 PATH에 있어야 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1554480"/>
          </a:xfrm>
          <a:prstGeom prst="roundRect">
            <a:avLst>
              <a:gd name="adj" fmla="val 2941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112264"/>
            <a:ext cx="106253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저장소 루트에서 OS에 맞는 Makefile 선택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-f Makefiles/Makefile.linux64     # linux32 / osx / windows 도 있음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산출물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./memtestG80                            # 즉시 실행 가능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11064240" cy="1554480"/>
          </a:xfrm>
          <a:prstGeom prst="roundRect">
            <a:avLst>
              <a:gd name="adj" fmla="val 2941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3941064"/>
            <a:ext cx="106253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Makefile.linux64 핵심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NVCC = nvcc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NVCCFLAGS = -DLINUX -O2 -Xptxas -v -m64   # -Xptxas -v = 레지스터/shmem 사용량 출력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memtestG80: memtestG80_core.o memtestG80_cli.cu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$(NVCC) $(NVCCFLAGS) -o memtestG80 memtestG80_core.o memtestG80_cli.cu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-Xptxas -v 플래그는 커널의 레지스터·공유 메모리 사용량을 보여줍니다 — 세션 3에서 유용합니다.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실행하고 출력 읽기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./memtestG80                 # 기본: GPU 0, 128MB, 50 iters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./memtestG80 256 100         # 256MB를 100회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./memtestG80 --gpu 2 512 20  # 3번째 GPU, 512MB, 20회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1064240" cy="2743200"/>
          </a:xfrm>
          <a:prstGeom prst="roundRect">
            <a:avLst>
              <a:gd name="adj" fmla="val 1667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3072384"/>
            <a:ext cx="10625328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50 iterations of tests over 128 MB ...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Estimated bandwidth 142000.00 MB/s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iteration 1 (GPU 0, 128 MiB): 0 errors so far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Moving Inversions (ones and zeros): 0 errors (12 ms)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Memtest86 Walking 8-bit: 0 errors (85 ms)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 (한 iteration 당 13종 테스트)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error count after 50 iterations ...: 0 errors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영역은 2MB 단위로 반올림. 오류가 있으면 종료 코드가 non-zero → 스크립트 연동이 쉽습니다.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도구가 찾는 것 · 하드 vs 소프트 오류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3931920"/>
          </a:xfrm>
          <a:prstGeom prst="roundRect">
            <a:avLst>
              <a:gd name="adj" fmla="val 1860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 오류 (hard error)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재현되는 물리적 결함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셀이 stuck-at-0 / stuck-at-1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셀·데이터 라인 단락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결함, 영구 손상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Walking/Moving 패턴 테스트로 검출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3931920"/>
          </a:xfrm>
          <a:prstGeom prst="roundRect">
            <a:avLst>
              <a:gd name="adj" fmla="val 1860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 오류 (soft error)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간헐적으로만 나타나는 오류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오버클럭·발열·전압 마진 부족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우주선(cosmic ray) 비트 플립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5만 번에 한 번 꼴로도 발생 가능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크게·오래 반복해야 잡힘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0136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81965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빌드하기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Makefile로 memtestG80를 빌드한다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80136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81965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실행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6539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./memtestG80 로 128MB 테스트를 돌린다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관찰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nvidia-smi로 사용률·메모리를 관찰한다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인자 실험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크기·반복 수를 바꿔 실행 시간 비교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 · CUDA 스레드 모델과 주소 매핑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524,288개 스레드가 어떻게 각자 자기 메모리 주소를 찾을까?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 매크로 한 줄이 모든 테스트의 심장입니다.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THREAD_ADDRESS(base,N,i) \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(base + blockIdx.x*N*blockDim.x + i*blockDim.x + threadIdx.x)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0(빌드·실행)을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2026-08-21T16:28:10Z</dcterms:created>
  <dcterms:modified xsi:type="dcterms:W3CDTF">2026-08-21T16:28:10Z</dcterms:modified>
</cp:coreProperties>
</file>