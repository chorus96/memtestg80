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목표를 예고하고, 세션 끝에 다시 돌아와 자가 점검하겠다고 알려주세요.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SIMT = 같은 명령을 수천 스레드가 서로 다른 데이터에 실행. ECC 부재가 이 도구의 존재 이유임을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호스트/디바이스가 분리된 메모리를 가진다는 점, 둘 사이 이동은 반드시 cudaMemcpy(PCIe)로 이뤄진다는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cuda_memtest와 달리 MemtestG80은 블록당 스레드가 512개 — 병렬 리덕션·coalescing이 이 도구의 특징. 세션 1·3에서 깊게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core.cu 하나에 커널·호스트·리덕션이 다 있음. 세션마다 이 지도를 다시 펴서 오늘 다룰 곳을 짚으세요.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 실패 대부분은 CUDA_DIR 경로 문제. Makefile 상단의 CUDA_DIR를 자기 환경에 맞추라고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줄의 대역폭 측정 후 iteration 루프가 돈다는 구조를 보여주세요. 각 테스트는 세션 4에서 하나씩 해부합니다.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프로그램 전체 지도. 각 단계 옆에 '어느 세션에서 파고드는지'를 표기해 로드맵과 연결하세요.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소프트 오류는 산발적이라 '오래 돌려라'가 핵심 메시지. 안정성 검증은 스트레스 테스트임을 각인시키세요.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GPU가 없는 참석자는 Google Colab(무료 GPU)로 대체. 강사는 실행 로그를 미리 캡처해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구축과 큰 그림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— 수십만 스레드로 GPU 메모리를 검증하는 오픈소스 도구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731520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175504"/>
            <a:ext cx="6876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-f Makefiles/Makefile.linux64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./memtestG80 128 50      # 128MB, 50회 반복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실제 소스로 배우는 CUDA · 입문 과정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GPU와 CPU의 차이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처리량(throughput) vs 지연시간(latency)을 한 문장으로 설명할 수 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빌드·실행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Makefile로 직접 빌드하고 128MB 테스트를 돌릴 수 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도구가 푸는 문제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메모리의 하드/소프트 오류가 무엇인지 설명할 수 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읽는 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iteration이 13종 테스트를 돌린다는 큰 그림을 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GPU는 왜 다른가, 왜 검사가 필요한가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— 지연시간 최적화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소수의 강력한 코어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분기·순차 작업에 강함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캐시, 정교한 분기 예측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18212E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— 처리량 최적화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개의 단순한 코어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연산을 대량 데이터에 동시에 (SIMT)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대역폭이 핵심 (수백 GB/s)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소비자용 GPU는 대개 ECC(오류 정정)가 없다.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비트가 뒤집혀도 아무도 모른 채 잘못된 값이 계산에 섞인다 — 오버클럭·발열·전압 마진 부족이 원인. MemtestG80은 이 조용한 오류를 능동적으로 찾아낸다.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구조 · 호스트 ↔ 디바이스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CPU(호스트)와 GPU(디바이스)는 물리적으로 분리된 프로세서·메모리를 가지며, PCIe 버스로 연결됩니다.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0" cy="3703320"/>
          </a:xfrm>
          <a:prstGeom prst="roundRect">
            <a:avLst>
              <a:gd name="adj" fmla="val 1975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(CPU)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1691640" cy="731520"/>
          </a:xfrm>
          <a:prstGeom prst="roundRect">
            <a:avLst>
              <a:gd name="adj" fmla="val 6250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69748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2606040"/>
            <a:ext cx="1691640" cy="731520"/>
          </a:xfrm>
          <a:prstGeom prst="roundRect">
            <a:avLst>
              <a:gd name="adj" fmla="val 6250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269748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474720"/>
            <a:ext cx="1691640" cy="731520"/>
          </a:xfrm>
          <a:prstGeom prst="roundRect">
            <a:avLst>
              <a:gd name="adj" fmla="val 6250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56616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3474720"/>
            <a:ext cx="1691640" cy="731520"/>
          </a:xfrm>
          <a:prstGeom prst="roundRect">
            <a:avLst>
              <a:gd name="adj" fmla="val 6250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356616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434840"/>
            <a:ext cx="356616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5262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메모리 (RAM)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8408" y="4937760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 — hostTempMem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1965960"/>
            <a:ext cx="5029200" cy="3703320"/>
          </a:xfrm>
          <a:prstGeom prst="roundRect">
            <a:avLst>
              <a:gd name="adj" fmla="val 1975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(GPU)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260604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94192" y="260604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84664" y="260604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4392" y="26974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03720" y="342900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35204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94192" y="342900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35204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884664" y="342900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4392" y="352044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4087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수십 개의 SM (수천 코어)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03720" y="4434840"/>
            <a:ext cx="4389120" cy="960120"/>
          </a:xfrm>
          <a:prstGeom prst="roundRect">
            <a:avLst>
              <a:gd name="adj" fmla="val 4762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3448" y="4526280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메모리 (VRAM) — 테스트 대상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13448" y="493776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 — devTestMem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3817620"/>
            <a:ext cx="1737360" cy="0"/>
          </a:xfrm>
          <a:prstGeom prst="line">
            <a:avLst/>
          </a:prstGeom>
          <a:noFill/>
          <a:ln w="38100">
            <a:solidFill>
              <a:srgbClr val="3FB8C4"/>
            </a:solidFill>
            <a:prstDash val="solid"/>
            <a:headEnd type="triangl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773168" y="31318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cudaMemcpy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MemtestG80은 VRAM(전역 메모리)을 검사하고, 오류 수만 PCIe로 CPU에 가져와 합산합니다.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MemtestG80이란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Stanford Folding@home 팀이 만든, Memtest86의 메모리 테스트를 CUDA 커널로 이식한 도구 (2009, LGPL v3).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4424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우선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98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자기 코드에 링크해 실행 전 GPU 건전성 검증. 핵심 API = memtestG80_core.h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8640" y="2148840"/>
            <a:ext cx="344424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4587240" y="23317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CLI 프런트엔드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7240" y="2834640"/>
            <a:ext cx="298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memtestG80_cli.cu는 사용 예제이자 독립 실행형 테스터. 13종 테스트 순차 실행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68640" y="2148840"/>
            <a:ext cx="344424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2" name="Text 10"/>
          <p:cNvSpPr/>
          <p:nvPr/>
        </p:nvSpPr>
        <p:spPr>
          <a:xfrm>
            <a:off x="8397240" y="23317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GPU · 이식성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97240" y="2834640"/>
            <a:ext cx="298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--gpu N 으로 카드 선택. Linux/macOS/Windows Makefile 제공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 × 512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그리드 — 블록 × 스레드 = 524,288 스레드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438912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2·N MiB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080760" y="50749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words/스레드일 때 한 그리드가 덮는 메모리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코드베이스 지도 · 파일은 단 4개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memtestG80_core.h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3776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 — memtestState 클래스, 매크로(THREAD_ADDRESS 등)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0" y="17373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1,5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memtestG80_core.cu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7432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모든 커널·호스트 함수·리덕션·대역폭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0" y="27432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1~4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49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memtestG80_cli.cu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7490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main() — 13종 테스트를 순차 실행하는 프런트엔드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0" y="37490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0,5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548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ezOptionParser.hpp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47548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전용 명령행 인자 파서 (보조)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0" y="47548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500여 줄의 프로덕션 CUDA 코드 — 장난감 예제가 아니라 실제로 GPU 오류를 찾는 도구를 교재로 삼습니다.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빌드하기 · Makefile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CMake가 아니라 OS별 Makefile을 씁니다. nvcc 툴체인이 PATH에 있어야 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554480"/>
          </a:xfrm>
          <a:prstGeom prst="roundRect">
            <a:avLst>
              <a:gd name="adj" fmla="val 2941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112264"/>
            <a:ext cx="10625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저장소 루트에서 OS에 맞는 Makefile 선택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-f Makefiles/Makefile.linux64     # linux32 / osx / windows 도 있음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산출물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./memtestG80                            # 즉시 실행 가능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064240" cy="1554480"/>
          </a:xfrm>
          <a:prstGeom prst="roundRect">
            <a:avLst>
              <a:gd name="adj" fmla="val 2941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3941064"/>
            <a:ext cx="10625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Makefile.linux64 핵심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 = nvcc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NVCCFLAGS = -DLINUX -O2 -Xptxas -v -m64   # -Xptxas -v = 레지스터/shmem 사용량 출력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memtestG80: memtestG80_core.o memtestG80_cli.cu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$(NVCC) $(NVCCFLAGS) -o memtestG80 memtestG80_core.o memtestG80_cli.cu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-Xptxas -v 플래그는 커널의 레지스터·공유 메모리 사용량을 보여줍니다 — 세션 3에서 유용합니다.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실행하고 출력 읽기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55064"/>
            <a:ext cx="10625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./memtestG80                 # 기본: GPU 0, 128MB, 50 iters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./memtestG80 256 100         # 256MB를 100회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./memtestG80 --gpu 2 512 20  # 3번째 GPU, 512MB, 20회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64240" cy="2743200"/>
          </a:xfrm>
          <a:prstGeom prst="roundRect">
            <a:avLst>
              <a:gd name="adj" fmla="val 1667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072384"/>
            <a:ext cx="10625328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50 iterations of tests over 128 MB ...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Estimated bandwidth 142000.00 MB/s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iteration 1 (GPU 0, 128 MiB): 0 errors so far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Moving Inversions (ones and zeros): 0 errors (12 ms)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Memtest86 Walking 8-bit: 0 errors (85 ms)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(한 iteration 당 13종 테스트)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error count after 50 iterations ...: 0 errors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영역은 2MB 단위로 반올림. 오류가 있으면 종료 코드가 non-zero → 스크립트 연동이 쉽습니다.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프로그램의 큰 흐름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main()이 하는 일의 지도입니다. 앞으로 6회에 걸쳐 각 단계를 안쪽까지 파고듭니다.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3796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" y="231343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GPU 선택·초기화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3524" y="292608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cudaSetDevice, deviceProps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3524" y="322783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38044" y="2834640"/>
            <a:ext cx="219456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75788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5516" y="231343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메모리 할당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85516" y="292608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tester.allocate(MB)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85516" y="322783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60036" y="2834640"/>
            <a:ext cx="21945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97780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07508" y="231343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대역폭 측정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7508" y="292608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gpuMemoryBandwidth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07508" y="322783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2028" y="2834640"/>
            <a:ext cx="219456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9772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9500" y="231343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iteration 루프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29500" y="292608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13종 테스트 × maxIters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29500" y="322783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1~4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04020" y="2834640"/>
            <a:ext cx="21945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41764" y="214884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1492" y="231343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오류 합산·종료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51492" y="292608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error count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51492" y="322783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3·5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02752" y="4023360"/>
            <a:ext cx="0" cy="-45720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205472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maxIters회 반복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④번 iteration 루프가 이 도구의 심장입니다.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돌 때마다 13종 테스트가 순서대로 실행되고, 오류 수가 누적됩니다.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도구가 찾는 것 · 하드 vs 소프트 오류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8212E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 오류 (hard error)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재현되는 물리적 결함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셀이 stuck-at-0 / stuck-at-1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셀·데이터 라인 단락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결함, 영구 손상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Walking/Moving 패턴 테스트로 검출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오류 (soft error)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간헐적으로만 나타나는 오류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오버클럭·발열·전압 마진 부족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우주선(cosmic ray) 비트 플립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5만 번에 한 번 꼴로도 발생 가능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크게·오래 반복해야 잡힘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0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013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81965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빌드하기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Makefile로 memtestG80를 빌드한다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8013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181965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실행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65392" y="269748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./memtestG80 로 128MB 테스트를 돌린다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관찰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nvidia-smi로 사용률·메모리를 관찰한다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실험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크기·반복 수를 바꿔 실행 시간 비교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1 · CUDA 스레드 모델과 주소 매핑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524,288개 스레드가 어떻게 각자 자기 메모리 주소를 찾을까?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THREAD_ADDRESS 매크로 한 줄이 모든 테스트의 심장입니다.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841248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08406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THREAD_ADDRESS(base,N,i) \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(base + blockIdx.x*N*blockDim.x + i*blockDim.x + threadIdx.x)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0(빌드·실행)을 먼저 완료하고 오세요.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2026-08-21T21:35:27Z</dcterms:created>
  <dcterms:modified xsi:type="dcterms:W3CDTF">2026-08-21T21:35:27Z</dcterms:modified>
</cp:coreProperties>
</file>