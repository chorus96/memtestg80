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부록은 그중 빌드 과정(Part A)과 커널 로딩 과정(Part B)에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host/device 분리가 빌드·로딩 전체를 이해하는 열쇠입니다.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경로의 독립성을 강조. cubin은 별도 산출물로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SASS는 세대 전용이라 cubin 이식성이 없다. extern "C"는 Part B의 이름 조회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툴체인(nvcc)은 오직 cubin 만들 때만 필요. 호스트는 순수 g++.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make는 바뀐 부분만 다시 빌드. SMARCH는 자기 GPU에 맞게 반드시 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이식성↔전용성 트레이드오프. 본 예제는 요청대로 cubin 로딩 구조를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런타임 API가 자동으로 하던 순서를 직접 맞춘다. compute capability는 cubin SMARCH와 맞아야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deviceWriteConstant/Verify… 등 12개. 아키텍처 불일치면 cuModuleLoad에서 실패.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shmem 인자 = sizeof(uint)*nThreads. &lt;&lt;&lt;&gt;&gt;&gt; 한 줄이 이만큼 풀린다.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gpuVerifyConstant 한 번의 실제 경로. SOFTWAIT는 15초 초과 시 타임아웃 센티넬 반환.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바뀐 것은 '호스트가 GPU를 부리는 방식'뿐 — 테스트 알고리즘·리덕션·PRNG는 원본과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부록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 API 로 보는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&amp; 커널 로딩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API가 숨겨 주던 것을 driver_api/ 에서 직접 본다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-cubin  →  memtestG80.cubin      (빌드)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cuModuleLoad → cuModuleGetFunction → cuLaunchKernel  (로딩)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부록인가 · 런타임 API가 숨기던 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API(cudaMalloc, 커널&lt;&lt;&lt;&gt;&gt;&gt;)는 편하지만, GPU 프로그램이 어떻게 빌드·로드되는지 nvcc가 대신 처리해 감춰 줍니다. 드라이버 API는 그 단계를 직접 씁니다.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 (자동)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API (직접)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F2A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생성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(자동)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80960" y="260604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cuInit → cuCtxCreate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2044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배포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52044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파일에 내장 (fatbin)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352044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별도 .cubin → cuModuleLoad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F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이름→핸들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43484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(자동)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0" y="443484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cuModuleGetFunction("이름")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8212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4924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마샬링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74720" y="534924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&lt;&lt;&lt;&gt;&gt;&gt; 가 자동 처리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80960" y="534924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void* args[] 를 직접 구성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그림 · 소스에서 실행까지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커널(.cu)과 호스트(.cpp)가 완전히 분리 — 빌드 시엔 독립, 실행 시에만 만난다.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memtestG80_kernels.cu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51460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/ __device__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2514600"/>
            <a:ext cx="182880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8404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-cubin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205740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214884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memtestG80.cubin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70448" y="25146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바이너리 (SASS)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490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*.cpp (core / cli)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411480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호스트 코드 (cu* 호출)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0" y="4114800"/>
            <a:ext cx="1828800" cy="0"/>
          </a:xfrm>
          <a:prstGeom prst="line">
            <a:avLst/>
          </a:prstGeom>
          <a:noFill/>
          <a:ln w="3175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4048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 (-lcuda)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365760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374904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70448" y="41148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호스트 실행 파일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3657600"/>
            <a:ext cx="0" cy="-685800"/>
          </a:xfrm>
          <a:prstGeom prst="line">
            <a:avLst/>
          </a:prstGeom>
          <a:noFill/>
          <a:ln w="25400">
            <a:solidFill>
              <a:srgbClr val="9FB0C4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895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 cuModuleLoad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8212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커널은 nvcc로 별도 cubin이 되어 남고, 호스트는 g++로 실행 파일이 되며, 실행 파일은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cubin을 읽어 커널을 불러온다. 두 경로는 빌드 시점엔 서로를 링크하지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① · 호스트/디바이스 두 갈래 컴파일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디바이스 경로 (GPU)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241A1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116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kernels.cu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2331720"/>
            <a:ext cx="82296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201168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241A1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6784" y="20116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-cubin -arch=SMARCH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호스트 경로 (CPU)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201168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*.cpp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64008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201168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24544" y="20116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*.o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49840" y="2331720"/>
            <a:ext cx="50292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744200" y="201168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9064" y="2011680"/>
            <a:ext cx="75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-c   →   g++ 링크 (-lcuda)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8212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319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원본(런타임 API): 커널+호스트가 한 .cu → nvcc가 fatbin으로 실행 파일에 내장(개발자는 못 봄)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F2C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판: 두 경로가 빌드 시점엔 완전히 독립 — cubin과 실행 파일은 서로 링크하지 않는다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둘은 오직 실행 시(cuModuleLoad)에만 만난다 = '런타임 커널 로딩'의 본질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호스트 코드는 nvcc 없이 g++로만 컴파일된다 (GPU 툴체인은 cubin 만들 때만 필요)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② · nvcc -cubin 뜯어보기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kernels.cu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 C++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07792" y="2034540"/>
            <a:ext cx="44805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6002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6916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가상 ISA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42432" y="2034540"/>
            <a:ext cx="44805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6002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916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764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sm_XX 기계어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77072" y="2034540"/>
            <a:ext cx="44805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6002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16916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6228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ELF 컨테이너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578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프런트엔드 → ptxas -arch=sm_XX → ELF 로 패키징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209544"/>
            <a:ext cx="10625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$(NVCC) -cubin -arch=$(SMARCH) -Xptxas -v -o memtestG80.cubin memtestG80_kernels.cu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-arch: 대상 GPU 세대(sm_52/75/86/89)   -Xptxas -v: 레지스터·공유메모리 사용량 출력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79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cubin은 그 아키텍처 전용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cubin에는 특정 sm_XX의 SASS만 담긴다. GPU와 SMARCH가 안 맞으면 로드 단계에서 실패. (호환성이 필요하면 PTX)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1605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279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 "C" — 이름을 고정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70916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 맹글링: deviceWriteConstant → _Z19device...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 "C" 로 감싸면 cubin에 소스 이름 그대로 심볼이 남아 → cuModuleGetFunction(m,"deviceWriteConstant") 성립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③ · 호스트 컴파일 &amp; 링크(-lcuda)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코드엔 디바이스 코드가 한 줄도 없다(&lt;&lt;&lt;&gt;&gt;&gt; 없음). 필요한 건 cuda.h 뿐 → g++로 컴파일.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112264"/>
            <a:ext cx="10625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-c -O2 -Wall -m64 -I$(CUDA_INC)  memtestG80_core.cpp   # 호스트 오브젝트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-m64 -o memtestG80 *.o -L$(CUDA_LIB) -L$(CUDA_STUB) -lcuda   # 링크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26080" y="3108960"/>
            <a:ext cx="4343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libcudart (런타임)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69480" y="3108960"/>
            <a:ext cx="4343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libcuda (드라이버)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F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20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심볼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17520" y="35204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cudaMalloc, cudaMemcpy 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35204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cuInit, cuMemAlloc, cuLaunchKernel 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8212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885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428853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 Toolkit과 함께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428853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드라이버 설치 시 시스템에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566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F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566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판에서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17520" y="50566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 안 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50566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 (-lcuda)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-L$(CUDA_STUB)(lib64/stubs): 빌드 머신에 드라이버가 없어도 링크되도록 libcuda.so 스텁을 제공 (실행 시엔 진짜 드라이버 로드)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④ · Makefile 의존성 그래프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0" y="1417320"/>
            <a:ext cx="1188720" cy="548640"/>
          </a:xfrm>
          <a:prstGeom prst="roundRect">
            <a:avLst>
              <a:gd name="adj" fmla="val 8333"/>
            </a:avLst>
          </a:prstGeom>
          <a:solidFill>
            <a:srgbClr val="1F2A3A"/>
          </a:solidFill>
          <a:ln w="19050">
            <a:solidFill>
              <a:srgbClr val="E7E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96128" y="150876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965960"/>
            <a:ext cx="-2286000" cy="45720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242316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25146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memtestG80.cubin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3154680"/>
            <a:ext cx="0" cy="50292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365760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7490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kernels.cu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04288" y="39319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-cubin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965960"/>
            <a:ext cx="2194560" cy="45720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242316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5146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(exe)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07808" y="26974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링크 -lcuda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3154680"/>
            <a:ext cx="-548640" cy="502920"/>
          </a:xfrm>
          <a:prstGeom prst="line">
            <a:avLst/>
          </a:prstGeom>
          <a:noFill/>
          <a:ln w="22225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09760" y="3154680"/>
            <a:ext cx="457200" cy="502920"/>
          </a:xfrm>
          <a:prstGeom prst="line">
            <a:avLst/>
          </a:prstGeom>
          <a:noFill/>
          <a:ln w="22225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36576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core.o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39319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0" y="36576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288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cli.o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62288" y="39319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core.cpp / core.h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05256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cli.cpp / *.hpp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8212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SMARCH=sm_75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(T4=75, Ampere=86, Ada=89) 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CUDA_PATH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=/usr/local/cuda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/ CXX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덮어쓰기 가능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① cubin ② 호스트 .o ③ 링크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*.o · 실행 파일 · cubin 삭제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⑤ · cubin vs PTX vs fatbin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44240" cy="3017520"/>
          </a:xfrm>
          <a:prstGeom prst="roundRect">
            <a:avLst>
              <a:gd name="adj" fmla="val 2424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078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담긴 것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sm_XX SASS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그 세대 전용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이 판의 선택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(cubin 로딩 시연)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554480"/>
            <a:ext cx="3444240" cy="3017520"/>
          </a:xfrm>
          <a:prstGeom prst="roundRect">
            <a:avLst>
              <a:gd name="adj" fmla="val 2424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1520" y="17373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1520" y="2331720"/>
            <a:ext cx="3078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담긴 것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ISA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드라이버가 실행 시 JIT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· 첫 실행 느림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68640" y="1554480"/>
            <a:ext cx="3444240" cy="3017520"/>
          </a:xfrm>
          <a:prstGeom prst="roundRect">
            <a:avLst>
              <a:gd name="adj" fmla="val 2424"/>
            </a:avLst>
          </a:prstGeom>
          <a:solidFill>
            <a:srgbClr val="18212E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1520" y="173736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fatbin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51520" y="2331720"/>
            <a:ext cx="3078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담긴 것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SASS + PTX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넓음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 원본이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내부적으로 사용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5604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PTX로 바꾸려면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C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Makefile의 -cubin → -ptx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산출물을 memtestG80.ptx 로만 바꾸면 된다.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 코드(Part B)는 그대로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cuModuleLoad는 cubin/PTX/fatbin을 모두 같은 방식으로 받는다(PTX면 로드 시 JIT).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① · 실행 시 수명주기 전체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cuInit(0)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89788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초기화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1984248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052828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28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cuDeviceGet · Attribute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20528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디바이스·compute capability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2619756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833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cuCtxCreate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26883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(이후 모든 cu* 대상)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08960" y="3255264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323844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38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cuModuleLoad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33238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cubin 파일 → CUmodule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08960" y="3890772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959352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593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cuModuleGetFunction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3959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→ CUfunction (K() 캐시)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08960" y="4526280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59486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948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cuMemAlloc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97880" y="45948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메모리 확보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108960" y="5161788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230368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2303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cuLaunchKernel + SOFTWAIT + cuMemcpyDtoH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97880" y="52303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테스트 반복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108960" y="5797296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5865876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8658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cuMemFree · cuModuleUnload · cuCtxDestroy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97880" y="58658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26880" y="274320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핵심 3단계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509760" y="32918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cuModuleLoad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cuModuleGetFunction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 cuLaunchKernel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② · 모듈 로드 → 심볼 해석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memtestG80.cubin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938528"/>
            <a:ext cx="100584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2918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cuModuleLoad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6002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CUmodule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192024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g_module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1938528"/>
            <a:ext cx="109728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GetFunction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02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CUfunction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이름으로 조회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11064240" cy="1965960"/>
          </a:xfrm>
          <a:prstGeom prst="roundRect">
            <a:avLst>
              <a:gd name="adj" fmla="val 232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843784"/>
            <a:ext cx="106253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CUmodule g_module = 0;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std::map&lt;std::string, CUfunction&gt; g_funcs;   // 이름→핸들 캐시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memtestG80_initKernels(const char* path) {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cuModuleLoad(&amp;g_module, path) == CUDA_SUCCESS;   // 파일 → 모듈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CUfunction K(const char* name) {                    // 조회 + 캐시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(g_funcs.count(name)) return g_funcs[name];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CUfunction f = 0;  cuModuleGetFunction(&amp;f, g_module, name);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g_funcs[name] = f;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8212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그대로 통하는 건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 "C"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덕분(Part A).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K()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조회 결과를 캐시해 13종 테스트를 수십 번 반복해도 심볼을 다시 찾지 않는다. cubin엔 12개 커널이 노출됨.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③ · cuLaunchKernel 인자 마샬링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차이는 인자 전달 — &lt;&lt;&lt;&gt;&gt;&gt;는 컴파일러가 자동 포장, 드라이버 API는 '각 인자의 주소' 배열을 직접 만든다.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8212E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493776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569464"/>
            <a:ext cx="4498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deviceVerifyConstant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&lt;&lt;&lt;nBlocks,nThreads,shmem&gt;&gt;&gt;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(base, N, constant, errCnt);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423160"/>
            <a:ext cx="493776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69464"/>
            <a:ext cx="4498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void* args[] =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&amp;base, &amp;N, &amp;constant, &amp;errCnt };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cuLaunchKernel(K("..."), ...args...);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89534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cuLaunchKernel(f,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grid,1,1,   block,1,1,   // gridDim / blockDim (1D)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shmem,      // 동적 공유 메모리 바이트 (검증 커널의 threadErrorCount[] 리덕션 버퍼)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          args,        0);  // 스트림(기본) · 인자 포인터 배열 · extra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</a:t>
            </a:r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args[]에는 값이 아니라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들어간다. 임시값도 lvalue여야 함 (gpuModuloX가 pattern2를 지역변수로 두는 이유).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④ · 한 번의 테스트 호출 (host↔driver↔GPU)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(core.cpp)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1783080"/>
            <a:ext cx="0" cy="4114800"/>
          </a:xfrm>
          <a:prstGeom prst="line">
            <a:avLst/>
          </a:prstGeom>
          <a:noFill/>
          <a:ln w="19050">
            <a:solidFill>
              <a:srgbClr val="2C3A4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드라이버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0" cy="4114800"/>
          </a:xfrm>
          <a:prstGeom prst="line">
            <a:avLst/>
          </a:prstGeom>
          <a:noFill/>
          <a:ln w="19050">
            <a:solidFill>
              <a:srgbClr val="2C3A4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5953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378440" y="1783080"/>
            <a:ext cx="0" cy="4114800"/>
          </a:xfrm>
          <a:prstGeom prst="line">
            <a:avLst/>
          </a:prstGeom>
          <a:noFill/>
          <a:ln w="19050">
            <a:solidFill>
              <a:srgbClr val="2C3A4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331720" y="2148840"/>
            <a:ext cx="402336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31720" y="18562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K("deviceVerify…") → CUfunction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715768"/>
            <a:ext cx="80467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31720" y="2423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cuLaunchKernel (비동기)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3282696"/>
            <a:ext cx="402336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355080" y="2990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디스패치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849624"/>
            <a:ext cx="4023360" cy="0"/>
          </a:xfrm>
          <a:prstGeom prst="line">
            <a:avLst/>
          </a:prstGeom>
          <a:noFill/>
          <a:ln w="25400">
            <a:solidFill>
              <a:srgbClr val="9FB0C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331720" y="35570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SOFTWAIT: cuStreamQuery(0) 폴링(1ms)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4416552"/>
            <a:ext cx="4023360" cy="0"/>
          </a:xfrm>
          <a:prstGeom prst="line">
            <a:avLst/>
          </a:prstGeom>
          <a:noFill/>
          <a:ln w="25400">
            <a:solidFill>
              <a:srgbClr val="E6604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55080" y="4123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완료 (블록별 오류 기록)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4983480"/>
            <a:ext cx="402336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331720" y="4690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cuMemcpyDtoH (블록별 오류 배열)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5367528"/>
            <a:ext cx="3474720" cy="365760"/>
          </a:xfrm>
          <a:prstGeom prst="rect">
            <a:avLst/>
          </a:prstGeom>
          <a:solidFill>
            <a:srgbClr val="1821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CPU에서 nBlocks개 합산 → 총 오류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이 시퀀스가 13종 테스트마다 반복되고, 그 전체가 maxIters 번 반복된다.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 ↔ 드라이버 API 대응표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01752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API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F2A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(자동)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cuInit · cuCtxCreate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821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열거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2359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cudaGetDeviceProperties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2359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cuDeviceGet · cuDeviceGetAttribute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9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로딩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2889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(실행 파일에 fatbin 내장)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0" y="2889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cuModuleLoad → cuModuleGetFunction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19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실행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3419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kernel&lt;&lt;&lt;g,b,s&gt;&gt;&gt;(args)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34198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cuLaunchKernel(f, g,1,1, b,1,1, s,0,args,0)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5020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F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할당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08960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 / cudaFree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cuMemAlloc / cuMemFree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8212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복사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0896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cudaMemcpy(DtoH/DtoD)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3232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cuMemcpyDtoH / cuMemcpyDtoD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010912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F2A3A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010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대기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08960" y="50109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cudaStreamQuery(0)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32320" y="5010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cuStreamQuery(0)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54126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8212E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541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포인터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108960" y="5541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uint*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132320" y="55412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CUdeviceptr (바이트 주소)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071616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F2A3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6071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라이브러리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108960" y="60716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-lcudart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0" y="6071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-lcuda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1 정리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빌드는 두 갈래, 로딩은 세 단계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빌드: 커널 .cu → nvcc -cubin → 별도 cubin · 호스트 .cpp → g++ → 실행 파일(-lcuda). 둘은 빌드 시 독립.
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로딩: cuModuleLoad → cuModuleGetFunction → cuLaunchKernel. 런타임이 감추던 걸 직접 본다.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직접 해보기: cuobjdump로 cubin 심볼 보기 · SMARCH 불일치 로드 실패 재현 · PTX로 전환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문서판: docs/seminar/부록1_DriverAPI_빌드와_커널로딩.md (block diagram 8종 · 실습 5개)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소스: driver_api/  ·  본편 세션 1(커널 실행)·세션 5(3계층 API)와 함께 보세요.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2026-08-22T09:09:13Z</dcterms:created>
  <dcterms:modified xsi:type="dcterms:W3CDTF">2026-08-22T09:09:13Z</dcterms:modified>
</cp:coreProperties>
</file>